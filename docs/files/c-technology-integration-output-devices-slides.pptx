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8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94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3hBE6dtOBI?feature=oembed" TargetMode="Externa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CT21CFG3Ak?feature=oembed" TargetMode="Externa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Online Media 2" title="Royal Castle- &quot;We flavor&quot;_ Trinidad  tv commercial">
            <a:hlinkClick r:id="" action="ppaction://media"/>
            <a:extLst>
              <a:ext uri="{FF2B5EF4-FFF2-40B4-BE49-F238E27FC236}">
                <a16:creationId xmlns:a16="http://schemas.microsoft.com/office/drawing/2014/main" id="{83873E7F-9067-F8C2-36A6-5DA917DF7D6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900421" y="1268120"/>
            <a:ext cx="2035826" cy="18738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D0BD3A-B342-B022-B84E-21627E664A08}"/>
              </a:ext>
            </a:extLst>
          </p:cNvPr>
          <p:cNvSpPr/>
          <p:nvPr/>
        </p:nvSpPr>
        <p:spPr>
          <a:xfrm rot="21016009">
            <a:off x="1242709" y="2708793"/>
            <a:ext cx="2362200" cy="762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7CF3CE-D133-AC8A-238E-5449314386D9}"/>
              </a:ext>
            </a:extLst>
          </p:cNvPr>
          <p:cNvSpPr/>
          <p:nvPr/>
        </p:nvSpPr>
        <p:spPr>
          <a:xfrm rot="21016009">
            <a:off x="1404524" y="3715801"/>
            <a:ext cx="2362200" cy="87249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A08447-5479-B13E-54C9-6B8535078A9C}"/>
              </a:ext>
            </a:extLst>
          </p:cNvPr>
          <p:cNvSpPr/>
          <p:nvPr/>
        </p:nvSpPr>
        <p:spPr>
          <a:xfrm rot="410476">
            <a:off x="12692879" y="2664995"/>
            <a:ext cx="2362200" cy="9538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8B4A7A-A558-86E7-37C6-2E697D887A27}"/>
              </a:ext>
            </a:extLst>
          </p:cNvPr>
          <p:cNvSpPr/>
          <p:nvPr/>
        </p:nvSpPr>
        <p:spPr>
          <a:xfrm rot="491555">
            <a:off x="12503787" y="4040172"/>
            <a:ext cx="2362200" cy="76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682B4E-0009-8185-66D6-C7E5810B0DFC}"/>
              </a:ext>
            </a:extLst>
          </p:cNvPr>
          <p:cNvSpPr/>
          <p:nvPr/>
        </p:nvSpPr>
        <p:spPr>
          <a:xfrm rot="409417">
            <a:off x="11802305" y="5795405"/>
            <a:ext cx="2362200" cy="12786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8CB45F-40B5-1791-D459-60D978A7CA7E}"/>
              </a:ext>
            </a:extLst>
          </p:cNvPr>
          <p:cNvSpPr/>
          <p:nvPr/>
        </p:nvSpPr>
        <p:spPr>
          <a:xfrm rot="511179">
            <a:off x="11631488" y="7261067"/>
            <a:ext cx="2362200" cy="762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600A67-9A86-D37D-7638-736C1E97FE9B}"/>
              </a:ext>
            </a:extLst>
          </p:cNvPr>
          <p:cNvSpPr/>
          <p:nvPr/>
        </p:nvSpPr>
        <p:spPr>
          <a:xfrm rot="21016009">
            <a:off x="2161932" y="5914861"/>
            <a:ext cx="2408823" cy="10349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F47F5A-3474-EF11-D78D-47D28386FCE9}"/>
              </a:ext>
            </a:extLst>
          </p:cNvPr>
          <p:cNvSpPr/>
          <p:nvPr/>
        </p:nvSpPr>
        <p:spPr>
          <a:xfrm rot="21016009">
            <a:off x="2337611" y="7284486"/>
            <a:ext cx="2362200" cy="762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4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40B66C-944D-64BF-4842-1051FB0B3BF5}"/>
              </a:ext>
            </a:extLst>
          </p:cNvPr>
          <p:cNvSpPr txBox="1"/>
          <p:nvPr/>
        </p:nvSpPr>
        <p:spPr>
          <a:xfrm>
            <a:off x="0" y="0"/>
            <a:ext cx="16256000" cy="9110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A poster of a computer shop&#10;&#10;AI-generated content may be incorrect.">
            <a:extLst>
              <a:ext uri="{FF2B5EF4-FFF2-40B4-BE49-F238E27FC236}">
                <a16:creationId xmlns:a16="http://schemas.microsoft.com/office/drawing/2014/main" id="{5F68B20C-DAE7-8277-B841-0E98820FA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715" y="33130"/>
            <a:ext cx="5994400" cy="914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8B18E5-C443-E1F8-563A-895312F5CE68}"/>
              </a:ext>
            </a:extLst>
          </p:cNvPr>
          <p:cNvSpPr txBox="1"/>
          <p:nvPr/>
        </p:nvSpPr>
        <p:spPr>
          <a:xfrm>
            <a:off x="8047476" y="1162735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Which devices do you recognize?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8ECCF-BEA8-CE6B-4EB6-9D31EB0E142B}"/>
              </a:ext>
            </a:extLst>
          </p:cNvPr>
          <p:cNvSpPr txBox="1"/>
          <p:nvPr/>
        </p:nvSpPr>
        <p:spPr>
          <a:xfrm>
            <a:off x="8288776" y="2371636"/>
            <a:ext cx="637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What do these devices have in common?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3CFEC7-B114-7CF5-C999-1E4B87F7A018}"/>
              </a:ext>
            </a:extLst>
          </p:cNvPr>
          <p:cNvSpPr/>
          <p:nvPr/>
        </p:nvSpPr>
        <p:spPr>
          <a:xfrm>
            <a:off x="1498600" y="3752671"/>
            <a:ext cx="1828800" cy="5145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804067-13CD-10DB-90A0-6D5FAC0CDB09}"/>
              </a:ext>
            </a:extLst>
          </p:cNvPr>
          <p:cNvSpPr/>
          <p:nvPr/>
        </p:nvSpPr>
        <p:spPr>
          <a:xfrm>
            <a:off x="5416686" y="3752669"/>
            <a:ext cx="1828800" cy="5145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83C906-14CF-D582-3B5D-CAA0BBA8FE54}"/>
              </a:ext>
            </a:extLst>
          </p:cNvPr>
          <p:cNvSpPr/>
          <p:nvPr/>
        </p:nvSpPr>
        <p:spPr>
          <a:xfrm>
            <a:off x="3457643" y="3752670"/>
            <a:ext cx="1828800" cy="5145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44EF36-632B-AB56-57A4-BBE8F5744759}"/>
              </a:ext>
            </a:extLst>
          </p:cNvPr>
          <p:cNvSpPr/>
          <p:nvPr/>
        </p:nvSpPr>
        <p:spPr>
          <a:xfrm>
            <a:off x="1526163" y="6294313"/>
            <a:ext cx="1828800" cy="5145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DC6AE09-7B9F-D1BB-BB6A-1B83735735B9}"/>
              </a:ext>
            </a:extLst>
          </p:cNvPr>
          <p:cNvSpPr/>
          <p:nvPr/>
        </p:nvSpPr>
        <p:spPr>
          <a:xfrm>
            <a:off x="3422515" y="6294313"/>
            <a:ext cx="1828800" cy="5145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CEF05D-24FD-6C74-FE3E-A022C657471A}"/>
              </a:ext>
            </a:extLst>
          </p:cNvPr>
          <p:cNvSpPr/>
          <p:nvPr/>
        </p:nvSpPr>
        <p:spPr>
          <a:xfrm>
            <a:off x="5378315" y="6294312"/>
            <a:ext cx="1828800" cy="5145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22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Online Media 2" title="Countdown Timer For 10 Minutes">
            <a:hlinkClick r:id="" action="ppaction://media"/>
            <a:extLst>
              <a:ext uri="{FF2B5EF4-FFF2-40B4-BE49-F238E27FC236}">
                <a16:creationId xmlns:a16="http://schemas.microsoft.com/office/drawing/2014/main" id="{AD8AD896-9909-92A9-6CFC-EB633D4C309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8585200" y="4343400"/>
            <a:ext cx="6019800" cy="2630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14</Words>
  <Application>Microsoft Office PowerPoint</Application>
  <PresentationFormat>Custom</PresentationFormat>
  <Paragraphs>2</Paragraphs>
  <Slides>10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Beena Seepersad-Vishnu</dc:creator>
  <cp:lastModifiedBy>Beena Seepersad-Vishnu</cp:lastModifiedBy>
  <cp:revision>7</cp:revision>
  <dcterms:created xsi:type="dcterms:W3CDTF">2006-08-16T00:00:00Z</dcterms:created>
  <dcterms:modified xsi:type="dcterms:W3CDTF">2026-10-11T22:32:12Z</dcterms:modified>
</cp:coreProperties>
</file>