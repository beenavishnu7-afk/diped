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8" r:id="rId3"/>
    <p:sldId id="273" r:id="rId4"/>
    <p:sldId id="285" r:id="rId5"/>
    <p:sldId id="259" r:id="rId6"/>
    <p:sldId id="286" r:id="rId7"/>
    <p:sldId id="275" r:id="rId8"/>
    <p:sldId id="287" r:id="rId9"/>
    <p:sldId id="260" r:id="rId10"/>
    <p:sldId id="265" r:id="rId11"/>
    <p:sldId id="284" r:id="rId12"/>
    <p:sldId id="261" r:id="rId13"/>
    <p:sldId id="262" r:id="rId14"/>
    <p:sldId id="290" r:id="rId15"/>
    <p:sldId id="263" r:id="rId16"/>
    <p:sldId id="264" r:id="rId17"/>
    <p:sldId id="266" r:id="rId18"/>
    <p:sldId id="267" r:id="rId19"/>
    <p:sldId id="292" r:id="rId20"/>
    <p:sldId id="283" r:id="rId21"/>
    <p:sldId id="276" r:id="rId22"/>
    <p:sldId id="288" r:id="rId23"/>
    <p:sldId id="291" r:id="rId24"/>
    <p:sldId id="277" r:id="rId25"/>
    <p:sldId id="278" r:id="rId26"/>
    <p:sldId id="279" r:id="rId27"/>
    <p:sldId id="268" r:id="rId28"/>
    <p:sldId id="270" r:id="rId29"/>
    <p:sldId id="269" r:id="rId30"/>
    <p:sldId id="280" r:id="rId31"/>
    <p:sldId id="282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82F601-59B6-441E-A010-CBE3270312D8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38CC2A-8366-41B3-8FDB-E5D280F5C793}">
      <dgm:prSet/>
      <dgm:spPr/>
      <dgm:t>
        <a:bodyPr/>
        <a:lstStyle/>
        <a:p>
          <a:r>
            <a:rPr lang="en-US"/>
            <a:t>Explain</a:t>
          </a:r>
        </a:p>
      </dgm:t>
    </dgm:pt>
    <dgm:pt modelId="{A361A916-1A7A-4D57-901E-ED91D64489E3}" type="parTrans" cxnId="{7E5C3B20-B111-4C64-AE62-9EEE6A12F449}">
      <dgm:prSet/>
      <dgm:spPr/>
      <dgm:t>
        <a:bodyPr/>
        <a:lstStyle/>
        <a:p>
          <a:endParaRPr lang="en-US"/>
        </a:p>
      </dgm:t>
    </dgm:pt>
    <dgm:pt modelId="{46203651-3BED-48E0-A9AA-85B65EE012D8}" type="sibTrans" cxnId="{7E5C3B20-B111-4C64-AE62-9EEE6A12F449}">
      <dgm:prSet/>
      <dgm:spPr/>
      <dgm:t>
        <a:bodyPr/>
        <a:lstStyle/>
        <a:p>
          <a:endParaRPr lang="en-US"/>
        </a:p>
      </dgm:t>
    </dgm:pt>
    <dgm:pt modelId="{07918AD9-51E3-4B35-8418-E809E74A701A}">
      <dgm:prSet/>
      <dgm:spPr/>
      <dgm:t>
        <a:bodyPr/>
        <a:lstStyle/>
        <a:p>
          <a:r>
            <a:rPr lang="en-US"/>
            <a:t>Explain cognitive principles behind video use</a:t>
          </a:r>
        </a:p>
      </dgm:t>
    </dgm:pt>
    <dgm:pt modelId="{EB1E8EBB-00D7-4C9D-80DA-CAB4C0781985}" type="parTrans" cxnId="{3A9B05E8-79D7-40A4-A553-DD9A16851289}">
      <dgm:prSet/>
      <dgm:spPr/>
      <dgm:t>
        <a:bodyPr/>
        <a:lstStyle/>
        <a:p>
          <a:endParaRPr lang="en-US"/>
        </a:p>
      </dgm:t>
    </dgm:pt>
    <dgm:pt modelId="{B6A48CBD-B327-49EA-BC65-3D99F2BE9986}" type="sibTrans" cxnId="{3A9B05E8-79D7-40A4-A553-DD9A16851289}">
      <dgm:prSet/>
      <dgm:spPr/>
      <dgm:t>
        <a:bodyPr/>
        <a:lstStyle/>
        <a:p>
          <a:endParaRPr lang="en-US"/>
        </a:p>
      </dgm:t>
    </dgm:pt>
    <dgm:pt modelId="{4E2E8E89-FB31-4B15-9B62-2DA2ACA0A64F}">
      <dgm:prSet/>
      <dgm:spPr/>
      <dgm:t>
        <a:bodyPr/>
        <a:lstStyle/>
        <a:p>
          <a:r>
            <a:rPr lang="en-US"/>
            <a:t>Differentiate</a:t>
          </a:r>
        </a:p>
      </dgm:t>
    </dgm:pt>
    <dgm:pt modelId="{20CAFB24-1656-4E02-8382-1BC9EF02406A}" type="parTrans" cxnId="{F68ADEAF-03DE-4AD8-93E0-B0B935026FC8}">
      <dgm:prSet/>
      <dgm:spPr/>
      <dgm:t>
        <a:bodyPr/>
        <a:lstStyle/>
        <a:p>
          <a:endParaRPr lang="en-US"/>
        </a:p>
      </dgm:t>
    </dgm:pt>
    <dgm:pt modelId="{A8293144-1E55-482F-8D48-9764F30885FC}" type="sibTrans" cxnId="{F68ADEAF-03DE-4AD8-93E0-B0B935026FC8}">
      <dgm:prSet/>
      <dgm:spPr/>
      <dgm:t>
        <a:bodyPr/>
        <a:lstStyle/>
        <a:p>
          <a:endParaRPr lang="en-US"/>
        </a:p>
      </dgm:t>
    </dgm:pt>
    <dgm:pt modelId="{C72E2923-75A7-43DA-8A98-235205FB5252}">
      <dgm:prSet/>
      <dgm:spPr/>
      <dgm:t>
        <a:bodyPr/>
        <a:lstStyle/>
        <a:p>
          <a:r>
            <a:rPr lang="en-US"/>
            <a:t>Differentiate passive vs active video learning</a:t>
          </a:r>
        </a:p>
      </dgm:t>
    </dgm:pt>
    <dgm:pt modelId="{3713ED5F-B98F-4F7B-A057-3B40F898B883}" type="parTrans" cxnId="{A5736E64-2A9A-48ED-849E-DA3C9F42306B}">
      <dgm:prSet/>
      <dgm:spPr/>
      <dgm:t>
        <a:bodyPr/>
        <a:lstStyle/>
        <a:p>
          <a:endParaRPr lang="en-US"/>
        </a:p>
      </dgm:t>
    </dgm:pt>
    <dgm:pt modelId="{794268E1-4C6E-4F7B-AB7F-E9A727EBAB1C}" type="sibTrans" cxnId="{A5736E64-2A9A-48ED-849E-DA3C9F42306B}">
      <dgm:prSet/>
      <dgm:spPr/>
      <dgm:t>
        <a:bodyPr/>
        <a:lstStyle/>
        <a:p>
          <a:endParaRPr lang="en-US"/>
        </a:p>
      </dgm:t>
    </dgm:pt>
    <dgm:pt modelId="{BC7AD68A-03A2-4D88-A080-B362BE3A959A}">
      <dgm:prSet/>
      <dgm:spPr/>
      <dgm:t>
        <a:bodyPr/>
        <a:lstStyle/>
        <a:p>
          <a:r>
            <a:rPr lang="en-US"/>
            <a:t>Design</a:t>
          </a:r>
        </a:p>
      </dgm:t>
    </dgm:pt>
    <dgm:pt modelId="{DF1A832A-E2E9-490D-BF57-BF9371DFAFF0}" type="parTrans" cxnId="{61A13118-57B8-4E7B-91A7-9AA795D3570A}">
      <dgm:prSet/>
      <dgm:spPr/>
      <dgm:t>
        <a:bodyPr/>
        <a:lstStyle/>
        <a:p>
          <a:endParaRPr lang="en-US"/>
        </a:p>
      </dgm:t>
    </dgm:pt>
    <dgm:pt modelId="{C3AB60A6-B275-4FD3-9BE6-599534EADA39}" type="sibTrans" cxnId="{61A13118-57B8-4E7B-91A7-9AA795D3570A}">
      <dgm:prSet/>
      <dgm:spPr/>
      <dgm:t>
        <a:bodyPr/>
        <a:lstStyle/>
        <a:p>
          <a:endParaRPr lang="en-US"/>
        </a:p>
      </dgm:t>
    </dgm:pt>
    <dgm:pt modelId="{D3953A26-881C-43E8-86B0-26BBC4CF269C}">
      <dgm:prSet/>
      <dgm:spPr/>
      <dgm:t>
        <a:bodyPr/>
        <a:lstStyle/>
        <a:p>
          <a:r>
            <a:rPr lang="en-US"/>
            <a:t>Design video-based instructional activities</a:t>
          </a:r>
        </a:p>
      </dgm:t>
    </dgm:pt>
    <dgm:pt modelId="{3A94E55A-E43C-455C-8042-90D5291B5236}" type="parTrans" cxnId="{026434DE-312E-4AB6-893C-A5BB07D4E4C8}">
      <dgm:prSet/>
      <dgm:spPr/>
      <dgm:t>
        <a:bodyPr/>
        <a:lstStyle/>
        <a:p>
          <a:endParaRPr lang="en-US"/>
        </a:p>
      </dgm:t>
    </dgm:pt>
    <dgm:pt modelId="{4227F0B6-F113-48EA-AE43-FB75B2610800}" type="sibTrans" cxnId="{026434DE-312E-4AB6-893C-A5BB07D4E4C8}">
      <dgm:prSet/>
      <dgm:spPr/>
      <dgm:t>
        <a:bodyPr/>
        <a:lstStyle/>
        <a:p>
          <a:endParaRPr lang="en-US"/>
        </a:p>
      </dgm:t>
    </dgm:pt>
    <dgm:pt modelId="{203582C5-C9C6-4C95-8C1D-DA59C0B7D106}">
      <dgm:prSet/>
      <dgm:spPr/>
      <dgm:t>
        <a:bodyPr/>
        <a:lstStyle/>
        <a:p>
          <a:r>
            <a:rPr lang="en-US"/>
            <a:t>Select</a:t>
          </a:r>
        </a:p>
      </dgm:t>
    </dgm:pt>
    <dgm:pt modelId="{7836A414-D207-4AF9-B9D7-4D2C2CD6DFC7}" type="parTrans" cxnId="{DF729C46-84D1-4B24-88BD-AFF1BD571082}">
      <dgm:prSet/>
      <dgm:spPr/>
      <dgm:t>
        <a:bodyPr/>
        <a:lstStyle/>
        <a:p>
          <a:endParaRPr lang="en-US"/>
        </a:p>
      </dgm:t>
    </dgm:pt>
    <dgm:pt modelId="{C6F373DA-6121-4DFC-B08E-4365B42F8680}" type="sibTrans" cxnId="{DF729C46-84D1-4B24-88BD-AFF1BD571082}">
      <dgm:prSet/>
      <dgm:spPr/>
      <dgm:t>
        <a:bodyPr/>
        <a:lstStyle/>
        <a:p>
          <a:endParaRPr lang="en-US"/>
        </a:p>
      </dgm:t>
    </dgm:pt>
    <dgm:pt modelId="{94333AE3-2DDB-42C0-8510-75DA79D3CD98}">
      <dgm:prSet/>
      <dgm:spPr/>
      <dgm:t>
        <a:bodyPr/>
        <a:lstStyle/>
        <a:p>
          <a:r>
            <a:rPr lang="en-US"/>
            <a:t>Select appropriate video tools</a:t>
          </a:r>
        </a:p>
      </dgm:t>
    </dgm:pt>
    <dgm:pt modelId="{71850950-0F8E-4799-B0D5-D74CEC3B0A38}" type="parTrans" cxnId="{F91F7594-D1F1-454F-8E00-6D18E8717964}">
      <dgm:prSet/>
      <dgm:spPr/>
      <dgm:t>
        <a:bodyPr/>
        <a:lstStyle/>
        <a:p>
          <a:endParaRPr lang="en-US"/>
        </a:p>
      </dgm:t>
    </dgm:pt>
    <dgm:pt modelId="{0BCBE947-015F-4F98-8CBE-BA98A90CEFF0}" type="sibTrans" cxnId="{F91F7594-D1F1-454F-8E00-6D18E8717964}">
      <dgm:prSet/>
      <dgm:spPr/>
      <dgm:t>
        <a:bodyPr/>
        <a:lstStyle/>
        <a:p>
          <a:endParaRPr lang="en-US"/>
        </a:p>
      </dgm:t>
    </dgm:pt>
    <dgm:pt modelId="{0FED775C-D4DB-4243-820D-5F48E09E12E1}">
      <dgm:prSet/>
      <dgm:spPr/>
      <dgm:t>
        <a:bodyPr/>
        <a:lstStyle/>
        <a:p>
          <a:r>
            <a:rPr lang="en-US"/>
            <a:t>Evaluate</a:t>
          </a:r>
        </a:p>
      </dgm:t>
    </dgm:pt>
    <dgm:pt modelId="{9ADF3463-EBB2-4B02-A0CD-09FF4BA8AF2A}" type="parTrans" cxnId="{9D7ECA9C-29C8-4422-A068-98B598CCC1D6}">
      <dgm:prSet/>
      <dgm:spPr/>
      <dgm:t>
        <a:bodyPr/>
        <a:lstStyle/>
        <a:p>
          <a:endParaRPr lang="en-US"/>
        </a:p>
      </dgm:t>
    </dgm:pt>
    <dgm:pt modelId="{62F319DC-0DED-4DFD-B90B-E3AFB5A8F916}" type="sibTrans" cxnId="{9D7ECA9C-29C8-4422-A068-98B598CCC1D6}">
      <dgm:prSet/>
      <dgm:spPr/>
      <dgm:t>
        <a:bodyPr/>
        <a:lstStyle/>
        <a:p>
          <a:endParaRPr lang="en-US"/>
        </a:p>
      </dgm:t>
    </dgm:pt>
    <dgm:pt modelId="{51279B98-D2E8-44D6-9689-7D9A4DFCF962}">
      <dgm:prSet/>
      <dgm:spPr/>
      <dgm:t>
        <a:bodyPr/>
        <a:lstStyle/>
        <a:p>
          <a:r>
            <a:rPr lang="en-US"/>
            <a:t>Evaluate instructional quality and accessibility</a:t>
          </a:r>
        </a:p>
      </dgm:t>
    </dgm:pt>
    <dgm:pt modelId="{7E5E4BBB-3C2E-41CB-B232-9F651ED2BC57}" type="parTrans" cxnId="{0ACDCE60-FAEA-418A-B3DF-FD2F51A59FDD}">
      <dgm:prSet/>
      <dgm:spPr/>
      <dgm:t>
        <a:bodyPr/>
        <a:lstStyle/>
        <a:p>
          <a:endParaRPr lang="en-US"/>
        </a:p>
      </dgm:t>
    </dgm:pt>
    <dgm:pt modelId="{2728DCDB-867C-4588-888C-CDEEC75DD0C6}" type="sibTrans" cxnId="{0ACDCE60-FAEA-418A-B3DF-FD2F51A59FDD}">
      <dgm:prSet/>
      <dgm:spPr/>
      <dgm:t>
        <a:bodyPr/>
        <a:lstStyle/>
        <a:p>
          <a:endParaRPr lang="en-US"/>
        </a:p>
      </dgm:t>
    </dgm:pt>
    <dgm:pt modelId="{A7DB8008-615E-4FC0-A5BF-977991A3560E}" type="pres">
      <dgm:prSet presAssocID="{F482F601-59B6-441E-A010-CBE3270312D8}" presName="Name0" presStyleCnt="0">
        <dgm:presLayoutVars>
          <dgm:dir/>
          <dgm:animLvl val="lvl"/>
          <dgm:resizeHandles val="exact"/>
        </dgm:presLayoutVars>
      </dgm:prSet>
      <dgm:spPr/>
    </dgm:pt>
    <dgm:pt modelId="{2AE4937E-B28E-4344-B24B-7AAD71BE768D}" type="pres">
      <dgm:prSet presAssocID="{0FED775C-D4DB-4243-820D-5F48E09E12E1}" presName="boxAndChildren" presStyleCnt="0"/>
      <dgm:spPr/>
    </dgm:pt>
    <dgm:pt modelId="{434569DB-5681-4927-A792-B160A7602473}" type="pres">
      <dgm:prSet presAssocID="{0FED775C-D4DB-4243-820D-5F48E09E12E1}" presName="parentTextBox" presStyleLbl="alignNode1" presStyleIdx="0" presStyleCnt="5"/>
      <dgm:spPr/>
    </dgm:pt>
    <dgm:pt modelId="{02A7D6BC-B920-4DBF-80BC-087F9B6E9145}" type="pres">
      <dgm:prSet presAssocID="{0FED775C-D4DB-4243-820D-5F48E09E12E1}" presName="descendantBox" presStyleLbl="bgAccFollowNode1" presStyleIdx="0" presStyleCnt="5"/>
      <dgm:spPr/>
    </dgm:pt>
    <dgm:pt modelId="{57706A96-2C4E-48B6-AE2E-940FADDE2CD2}" type="pres">
      <dgm:prSet presAssocID="{C6F373DA-6121-4DFC-B08E-4365B42F8680}" presName="sp" presStyleCnt="0"/>
      <dgm:spPr/>
    </dgm:pt>
    <dgm:pt modelId="{EC46FD82-5834-43A8-A93F-189F4F035686}" type="pres">
      <dgm:prSet presAssocID="{203582C5-C9C6-4C95-8C1D-DA59C0B7D106}" presName="arrowAndChildren" presStyleCnt="0"/>
      <dgm:spPr/>
    </dgm:pt>
    <dgm:pt modelId="{93469F2C-B80D-4CF6-9D09-E1204F300E55}" type="pres">
      <dgm:prSet presAssocID="{203582C5-C9C6-4C95-8C1D-DA59C0B7D106}" presName="parentTextArrow" presStyleLbl="node1" presStyleIdx="0" presStyleCnt="0"/>
      <dgm:spPr/>
    </dgm:pt>
    <dgm:pt modelId="{94E6EF83-F74B-4400-9689-E9CDBFF14CF0}" type="pres">
      <dgm:prSet presAssocID="{203582C5-C9C6-4C95-8C1D-DA59C0B7D106}" presName="arrow" presStyleLbl="alignNode1" presStyleIdx="1" presStyleCnt="5"/>
      <dgm:spPr/>
    </dgm:pt>
    <dgm:pt modelId="{697B8603-615D-43BF-BC28-EB080482AE14}" type="pres">
      <dgm:prSet presAssocID="{203582C5-C9C6-4C95-8C1D-DA59C0B7D106}" presName="descendantArrow" presStyleLbl="bgAccFollowNode1" presStyleIdx="1" presStyleCnt="5"/>
      <dgm:spPr/>
    </dgm:pt>
    <dgm:pt modelId="{745AEB64-9D61-4D73-824D-6FB69237488B}" type="pres">
      <dgm:prSet presAssocID="{C3AB60A6-B275-4FD3-9BE6-599534EADA39}" presName="sp" presStyleCnt="0"/>
      <dgm:spPr/>
    </dgm:pt>
    <dgm:pt modelId="{4DA10B12-0CFF-45FD-9873-10AEE46BF708}" type="pres">
      <dgm:prSet presAssocID="{BC7AD68A-03A2-4D88-A080-B362BE3A959A}" presName="arrowAndChildren" presStyleCnt="0"/>
      <dgm:spPr/>
    </dgm:pt>
    <dgm:pt modelId="{41D34B16-3160-4215-8AAB-F4ACC7999458}" type="pres">
      <dgm:prSet presAssocID="{BC7AD68A-03A2-4D88-A080-B362BE3A959A}" presName="parentTextArrow" presStyleLbl="node1" presStyleIdx="0" presStyleCnt="0"/>
      <dgm:spPr/>
    </dgm:pt>
    <dgm:pt modelId="{27B07C70-5F81-45CC-8DED-FC5BE623D5C0}" type="pres">
      <dgm:prSet presAssocID="{BC7AD68A-03A2-4D88-A080-B362BE3A959A}" presName="arrow" presStyleLbl="alignNode1" presStyleIdx="2" presStyleCnt="5"/>
      <dgm:spPr/>
    </dgm:pt>
    <dgm:pt modelId="{0D2E45E4-053E-4271-B1D3-78FC20FF07A7}" type="pres">
      <dgm:prSet presAssocID="{BC7AD68A-03A2-4D88-A080-B362BE3A959A}" presName="descendantArrow" presStyleLbl="bgAccFollowNode1" presStyleIdx="2" presStyleCnt="5"/>
      <dgm:spPr/>
    </dgm:pt>
    <dgm:pt modelId="{2122DC0E-EF04-4D5F-97F3-BE54EDC5958C}" type="pres">
      <dgm:prSet presAssocID="{A8293144-1E55-482F-8D48-9764F30885FC}" presName="sp" presStyleCnt="0"/>
      <dgm:spPr/>
    </dgm:pt>
    <dgm:pt modelId="{E70E439D-B61D-468E-B29B-6945B2559930}" type="pres">
      <dgm:prSet presAssocID="{4E2E8E89-FB31-4B15-9B62-2DA2ACA0A64F}" presName="arrowAndChildren" presStyleCnt="0"/>
      <dgm:spPr/>
    </dgm:pt>
    <dgm:pt modelId="{65FA1DA4-9036-4050-82F2-72DD9609DCEF}" type="pres">
      <dgm:prSet presAssocID="{4E2E8E89-FB31-4B15-9B62-2DA2ACA0A64F}" presName="parentTextArrow" presStyleLbl="node1" presStyleIdx="0" presStyleCnt="0"/>
      <dgm:spPr/>
    </dgm:pt>
    <dgm:pt modelId="{7919A51A-E28B-4E81-A544-19D844CEAA5B}" type="pres">
      <dgm:prSet presAssocID="{4E2E8E89-FB31-4B15-9B62-2DA2ACA0A64F}" presName="arrow" presStyleLbl="alignNode1" presStyleIdx="3" presStyleCnt="5"/>
      <dgm:spPr/>
    </dgm:pt>
    <dgm:pt modelId="{73A35BE2-24B5-4F69-90B7-F82E5775DC87}" type="pres">
      <dgm:prSet presAssocID="{4E2E8E89-FB31-4B15-9B62-2DA2ACA0A64F}" presName="descendantArrow" presStyleLbl="bgAccFollowNode1" presStyleIdx="3" presStyleCnt="5"/>
      <dgm:spPr/>
    </dgm:pt>
    <dgm:pt modelId="{1251CBC8-C870-4152-99EC-8400CB2A3B68}" type="pres">
      <dgm:prSet presAssocID="{46203651-3BED-48E0-A9AA-85B65EE012D8}" presName="sp" presStyleCnt="0"/>
      <dgm:spPr/>
    </dgm:pt>
    <dgm:pt modelId="{4B0CEEAA-16CE-4D94-A2A5-8365E8C8903E}" type="pres">
      <dgm:prSet presAssocID="{1A38CC2A-8366-41B3-8FDB-E5D280F5C793}" presName="arrowAndChildren" presStyleCnt="0"/>
      <dgm:spPr/>
    </dgm:pt>
    <dgm:pt modelId="{0CF4B326-2C10-47AA-A056-9A7FD95EE7EF}" type="pres">
      <dgm:prSet presAssocID="{1A38CC2A-8366-41B3-8FDB-E5D280F5C793}" presName="parentTextArrow" presStyleLbl="node1" presStyleIdx="0" presStyleCnt="0"/>
      <dgm:spPr/>
    </dgm:pt>
    <dgm:pt modelId="{5797CFD9-8FE3-4104-904C-FADECE6A0514}" type="pres">
      <dgm:prSet presAssocID="{1A38CC2A-8366-41B3-8FDB-E5D280F5C793}" presName="arrow" presStyleLbl="alignNode1" presStyleIdx="4" presStyleCnt="5"/>
      <dgm:spPr/>
    </dgm:pt>
    <dgm:pt modelId="{9259C05E-1F5F-412A-9C61-B4856E80555D}" type="pres">
      <dgm:prSet presAssocID="{1A38CC2A-8366-41B3-8FDB-E5D280F5C793}" presName="descendantArrow" presStyleLbl="bgAccFollowNode1" presStyleIdx="4" presStyleCnt="5"/>
      <dgm:spPr/>
    </dgm:pt>
  </dgm:ptLst>
  <dgm:cxnLst>
    <dgm:cxn modelId="{C15D7B16-FB27-466C-A582-43130A9D4BB8}" type="presOf" srcId="{BC7AD68A-03A2-4D88-A080-B362BE3A959A}" destId="{27B07C70-5F81-45CC-8DED-FC5BE623D5C0}" srcOrd="1" destOrd="0" presId="urn:microsoft.com/office/officeart/2016/7/layout/VerticalDownArrowProcess"/>
    <dgm:cxn modelId="{61A13118-57B8-4E7B-91A7-9AA795D3570A}" srcId="{F482F601-59B6-441E-A010-CBE3270312D8}" destId="{BC7AD68A-03A2-4D88-A080-B362BE3A959A}" srcOrd="2" destOrd="0" parTransId="{DF1A832A-E2E9-490D-BF57-BF9371DFAFF0}" sibTransId="{C3AB60A6-B275-4FD3-9BE6-599534EADA39}"/>
    <dgm:cxn modelId="{7E5C3B20-B111-4C64-AE62-9EEE6A12F449}" srcId="{F482F601-59B6-441E-A010-CBE3270312D8}" destId="{1A38CC2A-8366-41B3-8FDB-E5D280F5C793}" srcOrd="0" destOrd="0" parTransId="{A361A916-1A7A-4D57-901E-ED91D64489E3}" sibTransId="{46203651-3BED-48E0-A9AA-85B65EE012D8}"/>
    <dgm:cxn modelId="{A8BAC223-74DB-4A00-941C-5ADE33926824}" type="presOf" srcId="{D3953A26-881C-43E8-86B0-26BBC4CF269C}" destId="{0D2E45E4-053E-4271-B1D3-78FC20FF07A7}" srcOrd="0" destOrd="0" presId="urn:microsoft.com/office/officeart/2016/7/layout/VerticalDownArrowProcess"/>
    <dgm:cxn modelId="{57408B25-03D5-4D24-BF20-46821269435B}" type="presOf" srcId="{4E2E8E89-FB31-4B15-9B62-2DA2ACA0A64F}" destId="{7919A51A-E28B-4E81-A544-19D844CEAA5B}" srcOrd="1" destOrd="0" presId="urn:microsoft.com/office/officeart/2016/7/layout/VerticalDownArrowProcess"/>
    <dgm:cxn modelId="{0CFB123D-1B97-4166-ADCB-A18639C94D8E}" type="presOf" srcId="{F482F601-59B6-441E-A010-CBE3270312D8}" destId="{A7DB8008-615E-4FC0-A5BF-977991A3560E}" srcOrd="0" destOrd="0" presId="urn:microsoft.com/office/officeart/2016/7/layout/VerticalDownArrowProcess"/>
    <dgm:cxn modelId="{0ACDCE60-FAEA-418A-B3DF-FD2F51A59FDD}" srcId="{0FED775C-D4DB-4243-820D-5F48E09E12E1}" destId="{51279B98-D2E8-44D6-9689-7D9A4DFCF962}" srcOrd="0" destOrd="0" parTransId="{7E5E4BBB-3C2E-41CB-B232-9F651ED2BC57}" sibTransId="{2728DCDB-867C-4588-888C-CDEEC75DD0C6}"/>
    <dgm:cxn modelId="{38F63243-FFEE-4824-9A61-06C72113182F}" type="presOf" srcId="{203582C5-C9C6-4C95-8C1D-DA59C0B7D106}" destId="{93469F2C-B80D-4CF6-9D09-E1204F300E55}" srcOrd="0" destOrd="0" presId="urn:microsoft.com/office/officeart/2016/7/layout/VerticalDownArrowProcess"/>
    <dgm:cxn modelId="{A5736E64-2A9A-48ED-849E-DA3C9F42306B}" srcId="{4E2E8E89-FB31-4B15-9B62-2DA2ACA0A64F}" destId="{C72E2923-75A7-43DA-8A98-235205FB5252}" srcOrd="0" destOrd="0" parTransId="{3713ED5F-B98F-4F7B-A057-3B40F898B883}" sibTransId="{794268E1-4C6E-4F7B-AB7F-E9A727EBAB1C}"/>
    <dgm:cxn modelId="{DF729C46-84D1-4B24-88BD-AFF1BD571082}" srcId="{F482F601-59B6-441E-A010-CBE3270312D8}" destId="{203582C5-C9C6-4C95-8C1D-DA59C0B7D106}" srcOrd="3" destOrd="0" parTransId="{7836A414-D207-4AF9-B9D7-4D2C2CD6DFC7}" sibTransId="{C6F373DA-6121-4DFC-B08E-4365B42F8680}"/>
    <dgm:cxn modelId="{B7EFAF50-E643-4349-A1DE-D9C435CA1A0F}" type="presOf" srcId="{4E2E8E89-FB31-4B15-9B62-2DA2ACA0A64F}" destId="{65FA1DA4-9036-4050-82F2-72DD9609DCEF}" srcOrd="0" destOrd="0" presId="urn:microsoft.com/office/officeart/2016/7/layout/VerticalDownArrowProcess"/>
    <dgm:cxn modelId="{CFB2037F-A01D-4820-82BF-BAE8B8FEB4DF}" type="presOf" srcId="{1A38CC2A-8366-41B3-8FDB-E5D280F5C793}" destId="{5797CFD9-8FE3-4104-904C-FADECE6A0514}" srcOrd="1" destOrd="0" presId="urn:microsoft.com/office/officeart/2016/7/layout/VerticalDownArrowProcess"/>
    <dgm:cxn modelId="{F91F7594-D1F1-454F-8E00-6D18E8717964}" srcId="{203582C5-C9C6-4C95-8C1D-DA59C0B7D106}" destId="{94333AE3-2DDB-42C0-8510-75DA79D3CD98}" srcOrd="0" destOrd="0" parTransId="{71850950-0F8E-4799-B0D5-D74CEC3B0A38}" sibTransId="{0BCBE947-015F-4F98-8CBE-BA98A90CEFF0}"/>
    <dgm:cxn modelId="{9D7ECA9C-29C8-4422-A068-98B598CCC1D6}" srcId="{F482F601-59B6-441E-A010-CBE3270312D8}" destId="{0FED775C-D4DB-4243-820D-5F48E09E12E1}" srcOrd="4" destOrd="0" parTransId="{9ADF3463-EBB2-4B02-A0CD-09FF4BA8AF2A}" sibTransId="{62F319DC-0DED-4DFD-B90B-E3AFB5A8F916}"/>
    <dgm:cxn modelId="{EE8690A2-6DA8-4ABC-B16D-68E7ECB013E7}" type="presOf" srcId="{C72E2923-75A7-43DA-8A98-235205FB5252}" destId="{73A35BE2-24B5-4F69-90B7-F82E5775DC87}" srcOrd="0" destOrd="0" presId="urn:microsoft.com/office/officeart/2016/7/layout/VerticalDownArrowProcess"/>
    <dgm:cxn modelId="{32C3CFAF-43EC-4009-A628-0A182DE47332}" type="presOf" srcId="{203582C5-C9C6-4C95-8C1D-DA59C0B7D106}" destId="{94E6EF83-F74B-4400-9689-E9CDBFF14CF0}" srcOrd="1" destOrd="0" presId="urn:microsoft.com/office/officeart/2016/7/layout/VerticalDownArrowProcess"/>
    <dgm:cxn modelId="{F68ADEAF-03DE-4AD8-93E0-B0B935026FC8}" srcId="{F482F601-59B6-441E-A010-CBE3270312D8}" destId="{4E2E8E89-FB31-4B15-9B62-2DA2ACA0A64F}" srcOrd="1" destOrd="0" parTransId="{20CAFB24-1656-4E02-8382-1BC9EF02406A}" sibTransId="{A8293144-1E55-482F-8D48-9764F30885FC}"/>
    <dgm:cxn modelId="{89C44DB5-1075-4328-A78E-059E3192EE63}" type="presOf" srcId="{51279B98-D2E8-44D6-9689-7D9A4DFCF962}" destId="{02A7D6BC-B920-4DBF-80BC-087F9B6E9145}" srcOrd="0" destOrd="0" presId="urn:microsoft.com/office/officeart/2016/7/layout/VerticalDownArrowProcess"/>
    <dgm:cxn modelId="{FBD48CBE-611C-4281-92CC-9E41C770EC74}" type="presOf" srcId="{07918AD9-51E3-4B35-8418-E809E74A701A}" destId="{9259C05E-1F5F-412A-9C61-B4856E80555D}" srcOrd="0" destOrd="0" presId="urn:microsoft.com/office/officeart/2016/7/layout/VerticalDownArrowProcess"/>
    <dgm:cxn modelId="{1DEF24C1-AF85-4ED4-83FD-D3092F5C2BA8}" type="presOf" srcId="{94333AE3-2DDB-42C0-8510-75DA79D3CD98}" destId="{697B8603-615D-43BF-BC28-EB080482AE14}" srcOrd="0" destOrd="0" presId="urn:microsoft.com/office/officeart/2016/7/layout/VerticalDownArrowProcess"/>
    <dgm:cxn modelId="{B32485CB-E64B-4858-B223-493765C9F25E}" type="presOf" srcId="{1A38CC2A-8366-41B3-8FDB-E5D280F5C793}" destId="{0CF4B326-2C10-47AA-A056-9A7FD95EE7EF}" srcOrd="0" destOrd="0" presId="urn:microsoft.com/office/officeart/2016/7/layout/VerticalDownArrowProcess"/>
    <dgm:cxn modelId="{026434DE-312E-4AB6-893C-A5BB07D4E4C8}" srcId="{BC7AD68A-03A2-4D88-A080-B362BE3A959A}" destId="{D3953A26-881C-43E8-86B0-26BBC4CF269C}" srcOrd="0" destOrd="0" parTransId="{3A94E55A-E43C-455C-8042-90D5291B5236}" sibTransId="{4227F0B6-F113-48EA-AE43-FB75B2610800}"/>
    <dgm:cxn modelId="{13D27EE1-CD50-40F8-B7CD-25033DB56633}" type="presOf" srcId="{0FED775C-D4DB-4243-820D-5F48E09E12E1}" destId="{434569DB-5681-4927-A792-B160A7602473}" srcOrd="0" destOrd="0" presId="urn:microsoft.com/office/officeart/2016/7/layout/VerticalDownArrowProcess"/>
    <dgm:cxn modelId="{3A9B05E8-79D7-40A4-A553-DD9A16851289}" srcId="{1A38CC2A-8366-41B3-8FDB-E5D280F5C793}" destId="{07918AD9-51E3-4B35-8418-E809E74A701A}" srcOrd="0" destOrd="0" parTransId="{EB1E8EBB-00D7-4C9D-80DA-CAB4C0781985}" sibTransId="{B6A48CBD-B327-49EA-BC65-3D99F2BE9986}"/>
    <dgm:cxn modelId="{CCF8A8F3-B12C-4AF0-AE43-6BD81197CBF8}" type="presOf" srcId="{BC7AD68A-03A2-4D88-A080-B362BE3A959A}" destId="{41D34B16-3160-4215-8AAB-F4ACC7999458}" srcOrd="0" destOrd="0" presId="urn:microsoft.com/office/officeart/2016/7/layout/VerticalDownArrowProcess"/>
    <dgm:cxn modelId="{255C3D0F-DF7A-4FF0-B4F0-BC28B6743E57}" type="presParOf" srcId="{A7DB8008-615E-4FC0-A5BF-977991A3560E}" destId="{2AE4937E-B28E-4344-B24B-7AAD71BE768D}" srcOrd="0" destOrd="0" presId="urn:microsoft.com/office/officeart/2016/7/layout/VerticalDownArrowProcess"/>
    <dgm:cxn modelId="{35F62E50-2864-419A-AE76-D15EF5EADE0B}" type="presParOf" srcId="{2AE4937E-B28E-4344-B24B-7AAD71BE768D}" destId="{434569DB-5681-4927-A792-B160A7602473}" srcOrd="0" destOrd="0" presId="urn:microsoft.com/office/officeart/2016/7/layout/VerticalDownArrowProcess"/>
    <dgm:cxn modelId="{F277DDB1-A0CD-4050-802B-C0B7C30C0B24}" type="presParOf" srcId="{2AE4937E-B28E-4344-B24B-7AAD71BE768D}" destId="{02A7D6BC-B920-4DBF-80BC-087F9B6E9145}" srcOrd="1" destOrd="0" presId="urn:microsoft.com/office/officeart/2016/7/layout/VerticalDownArrowProcess"/>
    <dgm:cxn modelId="{9F5D8F42-2C5B-4BDD-A9C6-ADD680A7FA70}" type="presParOf" srcId="{A7DB8008-615E-4FC0-A5BF-977991A3560E}" destId="{57706A96-2C4E-48B6-AE2E-940FADDE2CD2}" srcOrd="1" destOrd="0" presId="urn:microsoft.com/office/officeart/2016/7/layout/VerticalDownArrowProcess"/>
    <dgm:cxn modelId="{373D27AA-17FC-4D62-B315-F322BF744376}" type="presParOf" srcId="{A7DB8008-615E-4FC0-A5BF-977991A3560E}" destId="{EC46FD82-5834-43A8-A93F-189F4F035686}" srcOrd="2" destOrd="0" presId="urn:microsoft.com/office/officeart/2016/7/layout/VerticalDownArrowProcess"/>
    <dgm:cxn modelId="{A1FB067C-85D5-406E-BBE9-FDA3CBB410EA}" type="presParOf" srcId="{EC46FD82-5834-43A8-A93F-189F4F035686}" destId="{93469F2C-B80D-4CF6-9D09-E1204F300E55}" srcOrd="0" destOrd="0" presId="urn:microsoft.com/office/officeart/2016/7/layout/VerticalDownArrowProcess"/>
    <dgm:cxn modelId="{1EACC95C-B58E-42AF-9BA6-53352DA02123}" type="presParOf" srcId="{EC46FD82-5834-43A8-A93F-189F4F035686}" destId="{94E6EF83-F74B-4400-9689-E9CDBFF14CF0}" srcOrd="1" destOrd="0" presId="urn:microsoft.com/office/officeart/2016/7/layout/VerticalDownArrowProcess"/>
    <dgm:cxn modelId="{68459F13-BF5B-4673-B9AC-F0EA582FC5B6}" type="presParOf" srcId="{EC46FD82-5834-43A8-A93F-189F4F035686}" destId="{697B8603-615D-43BF-BC28-EB080482AE14}" srcOrd="2" destOrd="0" presId="urn:microsoft.com/office/officeart/2016/7/layout/VerticalDownArrowProcess"/>
    <dgm:cxn modelId="{E60FBF66-5886-40B7-B946-3DE453D8D9AF}" type="presParOf" srcId="{A7DB8008-615E-4FC0-A5BF-977991A3560E}" destId="{745AEB64-9D61-4D73-824D-6FB69237488B}" srcOrd="3" destOrd="0" presId="urn:microsoft.com/office/officeart/2016/7/layout/VerticalDownArrowProcess"/>
    <dgm:cxn modelId="{B3BCFEC2-2681-4730-9339-90254D62436A}" type="presParOf" srcId="{A7DB8008-615E-4FC0-A5BF-977991A3560E}" destId="{4DA10B12-0CFF-45FD-9873-10AEE46BF708}" srcOrd="4" destOrd="0" presId="urn:microsoft.com/office/officeart/2016/7/layout/VerticalDownArrowProcess"/>
    <dgm:cxn modelId="{67066571-D3BB-44A2-BA97-C648C31A2C8B}" type="presParOf" srcId="{4DA10B12-0CFF-45FD-9873-10AEE46BF708}" destId="{41D34B16-3160-4215-8AAB-F4ACC7999458}" srcOrd="0" destOrd="0" presId="urn:microsoft.com/office/officeart/2016/7/layout/VerticalDownArrowProcess"/>
    <dgm:cxn modelId="{2D3C3B54-10C8-4A18-9D30-802ADD219DA0}" type="presParOf" srcId="{4DA10B12-0CFF-45FD-9873-10AEE46BF708}" destId="{27B07C70-5F81-45CC-8DED-FC5BE623D5C0}" srcOrd="1" destOrd="0" presId="urn:microsoft.com/office/officeart/2016/7/layout/VerticalDownArrowProcess"/>
    <dgm:cxn modelId="{F329BE23-DA5F-487A-BEAB-21DAA3A78447}" type="presParOf" srcId="{4DA10B12-0CFF-45FD-9873-10AEE46BF708}" destId="{0D2E45E4-053E-4271-B1D3-78FC20FF07A7}" srcOrd="2" destOrd="0" presId="urn:microsoft.com/office/officeart/2016/7/layout/VerticalDownArrowProcess"/>
    <dgm:cxn modelId="{A9430491-E35A-46FA-9473-76519CC604CA}" type="presParOf" srcId="{A7DB8008-615E-4FC0-A5BF-977991A3560E}" destId="{2122DC0E-EF04-4D5F-97F3-BE54EDC5958C}" srcOrd="5" destOrd="0" presId="urn:microsoft.com/office/officeart/2016/7/layout/VerticalDownArrowProcess"/>
    <dgm:cxn modelId="{8416298B-09E9-404E-87BE-B48F628953F1}" type="presParOf" srcId="{A7DB8008-615E-4FC0-A5BF-977991A3560E}" destId="{E70E439D-B61D-468E-B29B-6945B2559930}" srcOrd="6" destOrd="0" presId="urn:microsoft.com/office/officeart/2016/7/layout/VerticalDownArrowProcess"/>
    <dgm:cxn modelId="{F84C623B-97B5-4DAB-8096-BC9C89A6CB56}" type="presParOf" srcId="{E70E439D-B61D-468E-B29B-6945B2559930}" destId="{65FA1DA4-9036-4050-82F2-72DD9609DCEF}" srcOrd="0" destOrd="0" presId="urn:microsoft.com/office/officeart/2016/7/layout/VerticalDownArrowProcess"/>
    <dgm:cxn modelId="{0FC8206D-D697-4AE3-ACC0-6C55E8344561}" type="presParOf" srcId="{E70E439D-B61D-468E-B29B-6945B2559930}" destId="{7919A51A-E28B-4E81-A544-19D844CEAA5B}" srcOrd="1" destOrd="0" presId="urn:microsoft.com/office/officeart/2016/7/layout/VerticalDownArrowProcess"/>
    <dgm:cxn modelId="{3ADD341E-2B8D-4A94-9C9C-5F5795AEBE84}" type="presParOf" srcId="{E70E439D-B61D-468E-B29B-6945B2559930}" destId="{73A35BE2-24B5-4F69-90B7-F82E5775DC87}" srcOrd="2" destOrd="0" presId="urn:microsoft.com/office/officeart/2016/7/layout/VerticalDownArrowProcess"/>
    <dgm:cxn modelId="{9247E90A-2788-4F5F-8BA4-1EB45326FAE8}" type="presParOf" srcId="{A7DB8008-615E-4FC0-A5BF-977991A3560E}" destId="{1251CBC8-C870-4152-99EC-8400CB2A3B68}" srcOrd="7" destOrd="0" presId="urn:microsoft.com/office/officeart/2016/7/layout/VerticalDownArrowProcess"/>
    <dgm:cxn modelId="{8ABF8679-3C4B-49A0-AF6C-B13D50F18A30}" type="presParOf" srcId="{A7DB8008-615E-4FC0-A5BF-977991A3560E}" destId="{4B0CEEAA-16CE-4D94-A2A5-8365E8C8903E}" srcOrd="8" destOrd="0" presId="urn:microsoft.com/office/officeart/2016/7/layout/VerticalDownArrowProcess"/>
    <dgm:cxn modelId="{3DC40A6D-A430-44B2-A60B-08D379517ED6}" type="presParOf" srcId="{4B0CEEAA-16CE-4D94-A2A5-8365E8C8903E}" destId="{0CF4B326-2C10-47AA-A056-9A7FD95EE7EF}" srcOrd="0" destOrd="0" presId="urn:microsoft.com/office/officeart/2016/7/layout/VerticalDownArrowProcess"/>
    <dgm:cxn modelId="{BB5D01ED-1B53-44B3-99DC-B907DC971A5A}" type="presParOf" srcId="{4B0CEEAA-16CE-4D94-A2A5-8365E8C8903E}" destId="{5797CFD9-8FE3-4104-904C-FADECE6A0514}" srcOrd="1" destOrd="0" presId="urn:microsoft.com/office/officeart/2016/7/layout/VerticalDownArrowProcess"/>
    <dgm:cxn modelId="{08E74810-9FB3-426D-8893-0AD15CF160AF}" type="presParOf" srcId="{4B0CEEAA-16CE-4D94-A2A5-8365E8C8903E}" destId="{9259C05E-1F5F-412A-9C61-B4856E80555D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45A691-D248-41E4-A3E0-56A846EBCFD8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A8BBE2C-C35F-4EED-95F0-CD19482A4E27}">
      <dgm:prSet/>
      <dgm:spPr/>
      <dgm:t>
        <a:bodyPr/>
        <a:lstStyle/>
        <a:p>
          <a:r>
            <a:rPr lang="en-US"/>
            <a:t>Enhances engagement and motivation</a:t>
          </a:r>
        </a:p>
      </dgm:t>
    </dgm:pt>
    <dgm:pt modelId="{F618D46D-1E3D-4192-8E91-025FF503D657}" type="parTrans" cxnId="{80D67039-3D44-45D3-9009-BCC696F3BD60}">
      <dgm:prSet/>
      <dgm:spPr/>
      <dgm:t>
        <a:bodyPr/>
        <a:lstStyle/>
        <a:p>
          <a:endParaRPr lang="en-US"/>
        </a:p>
      </dgm:t>
    </dgm:pt>
    <dgm:pt modelId="{C53499AA-4A65-43EF-9DAC-04966466E14F}" type="sibTrans" cxnId="{80D67039-3D44-45D3-9009-BCC696F3BD60}">
      <dgm:prSet/>
      <dgm:spPr/>
      <dgm:t>
        <a:bodyPr/>
        <a:lstStyle/>
        <a:p>
          <a:endParaRPr lang="en-US"/>
        </a:p>
      </dgm:t>
    </dgm:pt>
    <dgm:pt modelId="{110A55F2-4088-41B4-8F74-A8AAEB0E1051}">
      <dgm:prSet/>
      <dgm:spPr/>
      <dgm:t>
        <a:bodyPr/>
        <a:lstStyle/>
        <a:p>
          <a:r>
            <a:rPr lang="en-US"/>
            <a:t>Supports visual and auditory learners</a:t>
          </a:r>
        </a:p>
      </dgm:t>
    </dgm:pt>
    <dgm:pt modelId="{BAE689AB-E322-4519-9EE4-EF4FBD234D2A}" type="parTrans" cxnId="{5B97E7C7-62EE-47AB-9B71-07BA04D52C20}">
      <dgm:prSet/>
      <dgm:spPr/>
      <dgm:t>
        <a:bodyPr/>
        <a:lstStyle/>
        <a:p>
          <a:endParaRPr lang="en-US"/>
        </a:p>
      </dgm:t>
    </dgm:pt>
    <dgm:pt modelId="{FC0AE1FB-9E69-438E-8FB9-DCBD565C65D5}" type="sibTrans" cxnId="{5B97E7C7-62EE-47AB-9B71-07BA04D52C20}">
      <dgm:prSet/>
      <dgm:spPr/>
      <dgm:t>
        <a:bodyPr/>
        <a:lstStyle/>
        <a:p>
          <a:endParaRPr lang="en-US"/>
        </a:p>
      </dgm:t>
    </dgm:pt>
    <dgm:pt modelId="{F78E5983-697B-4B2D-8E9E-A265FDB41B4E}">
      <dgm:prSet/>
      <dgm:spPr/>
      <dgm:t>
        <a:bodyPr/>
        <a:lstStyle/>
        <a:p>
          <a:r>
            <a:rPr lang="en-US"/>
            <a:t>Enables self‑paced learning</a:t>
          </a:r>
        </a:p>
      </dgm:t>
    </dgm:pt>
    <dgm:pt modelId="{48395970-A780-44E7-B786-53B402B263CE}" type="parTrans" cxnId="{B9668F77-B7E5-4DDE-8EF3-3C92363190FC}">
      <dgm:prSet/>
      <dgm:spPr/>
      <dgm:t>
        <a:bodyPr/>
        <a:lstStyle/>
        <a:p>
          <a:endParaRPr lang="en-US"/>
        </a:p>
      </dgm:t>
    </dgm:pt>
    <dgm:pt modelId="{DF9FC674-D8B9-428A-AF52-F1E1D9288E87}" type="sibTrans" cxnId="{B9668F77-B7E5-4DDE-8EF3-3C92363190FC}">
      <dgm:prSet/>
      <dgm:spPr/>
      <dgm:t>
        <a:bodyPr/>
        <a:lstStyle/>
        <a:p>
          <a:endParaRPr lang="en-US"/>
        </a:p>
      </dgm:t>
    </dgm:pt>
    <dgm:pt modelId="{9B1D056F-16BA-4303-A537-B84EAE53BBEE}">
      <dgm:prSet/>
      <dgm:spPr/>
      <dgm:t>
        <a:bodyPr/>
        <a:lstStyle/>
        <a:p>
          <a:r>
            <a:rPr lang="en-US" dirty="0"/>
            <a:t>Models real-world scenarios</a:t>
          </a:r>
        </a:p>
      </dgm:t>
    </dgm:pt>
    <dgm:pt modelId="{2D00D66C-7403-4246-91E4-749EC0166891}" type="parTrans" cxnId="{E2167FA9-3FA7-4656-A6C4-F480633D826E}">
      <dgm:prSet/>
      <dgm:spPr/>
      <dgm:t>
        <a:bodyPr/>
        <a:lstStyle/>
        <a:p>
          <a:endParaRPr lang="en-US"/>
        </a:p>
      </dgm:t>
    </dgm:pt>
    <dgm:pt modelId="{46A52104-FF5B-4178-B3BC-FD1DBE54B96F}" type="sibTrans" cxnId="{E2167FA9-3FA7-4656-A6C4-F480633D826E}">
      <dgm:prSet/>
      <dgm:spPr/>
      <dgm:t>
        <a:bodyPr/>
        <a:lstStyle/>
        <a:p>
          <a:endParaRPr lang="en-US"/>
        </a:p>
      </dgm:t>
    </dgm:pt>
    <dgm:pt modelId="{E8152CDA-32E3-4D45-A0FC-F047384AC4A4}">
      <dgm:prSet/>
      <dgm:spPr/>
      <dgm:t>
        <a:bodyPr/>
        <a:lstStyle/>
        <a:p>
          <a:r>
            <a:rPr lang="en-US"/>
            <a:t>Supports flipped classroom approaches</a:t>
          </a:r>
        </a:p>
      </dgm:t>
    </dgm:pt>
    <dgm:pt modelId="{78CD6DE1-4540-4874-A6CC-508091AA8165}" type="parTrans" cxnId="{2BEB86DB-6C2B-4AA0-A2CC-FF821063CD5A}">
      <dgm:prSet/>
      <dgm:spPr/>
      <dgm:t>
        <a:bodyPr/>
        <a:lstStyle/>
        <a:p>
          <a:endParaRPr lang="en-US"/>
        </a:p>
      </dgm:t>
    </dgm:pt>
    <dgm:pt modelId="{39A85A2A-5278-40E9-903C-C8E079A82A1E}" type="sibTrans" cxnId="{2BEB86DB-6C2B-4AA0-A2CC-FF821063CD5A}">
      <dgm:prSet/>
      <dgm:spPr/>
      <dgm:t>
        <a:bodyPr/>
        <a:lstStyle/>
        <a:p>
          <a:endParaRPr lang="en-US"/>
        </a:p>
      </dgm:t>
    </dgm:pt>
    <dgm:pt modelId="{05054023-062C-48CB-85DD-F43847D4FB08}" type="pres">
      <dgm:prSet presAssocID="{9A45A691-D248-41E4-A3E0-56A846EBCFD8}" presName="vert0" presStyleCnt="0">
        <dgm:presLayoutVars>
          <dgm:dir/>
          <dgm:animOne val="branch"/>
          <dgm:animLvl val="lvl"/>
        </dgm:presLayoutVars>
      </dgm:prSet>
      <dgm:spPr/>
    </dgm:pt>
    <dgm:pt modelId="{8F106634-091A-4B7E-AF67-320D44A5315E}" type="pres">
      <dgm:prSet presAssocID="{CA8BBE2C-C35F-4EED-95F0-CD19482A4E27}" presName="thickLine" presStyleLbl="alignNode1" presStyleIdx="0" presStyleCnt="5"/>
      <dgm:spPr/>
    </dgm:pt>
    <dgm:pt modelId="{4E0B37F5-DE9D-4BF5-A356-7679172440BB}" type="pres">
      <dgm:prSet presAssocID="{CA8BBE2C-C35F-4EED-95F0-CD19482A4E27}" presName="horz1" presStyleCnt="0"/>
      <dgm:spPr/>
    </dgm:pt>
    <dgm:pt modelId="{67CF28BD-AD78-4F78-9F90-9A275B3CE651}" type="pres">
      <dgm:prSet presAssocID="{CA8BBE2C-C35F-4EED-95F0-CD19482A4E27}" presName="tx1" presStyleLbl="revTx" presStyleIdx="0" presStyleCnt="5"/>
      <dgm:spPr/>
    </dgm:pt>
    <dgm:pt modelId="{3EFCF2F0-B0A3-4E93-B374-449B0265BA30}" type="pres">
      <dgm:prSet presAssocID="{CA8BBE2C-C35F-4EED-95F0-CD19482A4E27}" presName="vert1" presStyleCnt="0"/>
      <dgm:spPr/>
    </dgm:pt>
    <dgm:pt modelId="{A4EF30A6-5C15-4092-B402-CBD5EF23E7B0}" type="pres">
      <dgm:prSet presAssocID="{110A55F2-4088-41B4-8F74-A8AAEB0E1051}" presName="thickLine" presStyleLbl="alignNode1" presStyleIdx="1" presStyleCnt="5"/>
      <dgm:spPr/>
    </dgm:pt>
    <dgm:pt modelId="{320E06EC-7160-468C-A75D-B467B53A76BC}" type="pres">
      <dgm:prSet presAssocID="{110A55F2-4088-41B4-8F74-A8AAEB0E1051}" presName="horz1" presStyleCnt="0"/>
      <dgm:spPr/>
    </dgm:pt>
    <dgm:pt modelId="{0EA7402C-9F7A-441D-90A4-FACDF1EA223E}" type="pres">
      <dgm:prSet presAssocID="{110A55F2-4088-41B4-8F74-A8AAEB0E1051}" presName="tx1" presStyleLbl="revTx" presStyleIdx="1" presStyleCnt="5"/>
      <dgm:spPr/>
    </dgm:pt>
    <dgm:pt modelId="{E862B1DD-398D-439A-8619-B3C809EA25BF}" type="pres">
      <dgm:prSet presAssocID="{110A55F2-4088-41B4-8F74-A8AAEB0E1051}" presName="vert1" presStyleCnt="0"/>
      <dgm:spPr/>
    </dgm:pt>
    <dgm:pt modelId="{DB53049F-C7EA-49DE-B453-4E40E396878D}" type="pres">
      <dgm:prSet presAssocID="{F78E5983-697B-4B2D-8E9E-A265FDB41B4E}" presName="thickLine" presStyleLbl="alignNode1" presStyleIdx="2" presStyleCnt="5"/>
      <dgm:spPr/>
    </dgm:pt>
    <dgm:pt modelId="{635C9563-719E-4CEC-B140-C7E71D89FFEF}" type="pres">
      <dgm:prSet presAssocID="{F78E5983-697B-4B2D-8E9E-A265FDB41B4E}" presName="horz1" presStyleCnt="0"/>
      <dgm:spPr/>
    </dgm:pt>
    <dgm:pt modelId="{708DE878-B621-4BFD-BBA7-9A33E7367482}" type="pres">
      <dgm:prSet presAssocID="{F78E5983-697B-4B2D-8E9E-A265FDB41B4E}" presName="tx1" presStyleLbl="revTx" presStyleIdx="2" presStyleCnt="5"/>
      <dgm:spPr/>
    </dgm:pt>
    <dgm:pt modelId="{B32A26E8-6FF5-4BC8-87ED-CC81981949E9}" type="pres">
      <dgm:prSet presAssocID="{F78E5983-697B-4B2D-8E9E-A265FDB41B4E}" presName="vert1" presStyleCnt="0"/>
      <dgm:spPr/>
    </dgm:pt>
    <dgm:pt modelId="{3706559D-38D4-4562-ABA9-FDAD8B32FF73}" type="pres">
      <dgm:prSet presAssocID="{9B1D056F-16BA-4303-A537-B84EAE53BBEE}" presName="thickLine" presStyleLbl="alignNode1" presStyleIdx="3" presStyleCnt="5"/>
      <dgm:spPr/>
    </dgm:pt>
    <dgm:pt modelId="{51C0C939-2799-4DCE-92EB-4B36D1DB2BE3}" type="pres">
      <dgm:prSet presAssocID="{9B1D056F-16BA-4303-A537-B84EAE53BBEE}" presName="horz1" presStyleCnt="0"/>
      <dgm:spPr/>
    </dgm:pt>
    <dgm:pt modelId="{2A48C91E-21D4-4C4B-ABC1-CFE438F7A7E1}" type="pres">
      <dgm:prSet presAssocID="{9B1D056F-16BA-4303-A537-B84EAE53BBEE}" presName="tx1" presStyleLbl="revTx" presStyleIdx="3" presStyleCnt="5"/>
      <dgm:spPr/>
    </dgm:pt>
    <dgm:pt modelId="{8D92BEE9-F4DE-47EB-92D9-07688C2BC0C0}" type="pres">
      <dgm:prSet presAssocID="{9B1D056F-16BA-4303-A537-B84EAE53BBEE}" presName="vert1" presStyleCnt="0"/>
      <dgm:spPr/>
    </dgm:pt>
    <dgm:pt modelId="{734C301D-A7B3-4492-9E94-97BA3943E283}" type="pres">
      <dgm:prSet presAssocID="{E8152CDA-32E3-4D45-A0FC-F047384AC4A4}" presName="thickLine" presStyleLbl="alignNode1" presStyleIdx="4" presStyleCnt="5"/>
      <dgm:spPr/>
    </dgm:pt>
    <dgm:pt modelId="{9DCC509D-8F60-407C-915E-5E6D3F3C6C74}" type="pres">
      <dgm:prSet presAssocID="{E8152CDA-32E3-4D45-A0FC-F047384AC4A4}" presName="horz1" presStyleCnt="0"/>
      <dgm:spPr/>
    </dgm:pt>
    <dgm:pt modelId="{56E36F68-E5F9-4B4B-99E3-84ADC02C44FA}" type="pres">
      <dgm:prSet presAssocID="{E8152CDA-32E3-4D45-A0FC-F047384AC4A4}" presName="tx1" presStyleLbl="revTx" presStyleIdx="4" presStyleCnt="5"/>
      <dgm:spPr/>
    </dgm:pt>
    <dgm:pt modelId="{DE85A51A-0484-4A39-859C-9910B7C7EAB7}" type="pres">
      <dgm:prSet presAssocID="{E8152CDA-32E3-4D45-A0FC-F047384AC4A4}" presName="vert1" presStyleCnt="0"/>
      <dgm:spPr/>
    </dgm:pt>
  </dgm:ptLst>
  <dgm:cxnLst>
    <dgm:cxn modelId="{80D67039-3D44-45D3-9009-BCC696F3BD60}" srcId="{9A45A691-D248-41E4-A3E0-56A846EBCFD8}" destId="{CA8BBE2C-C35F-4EED-95F0-CD19482A4E27}" srcOrd="0" destOrd="0" parTransId="{F618D46D-1E3D-4192-8E91-025FF503D657}" sibTransId="{C53499AA-4A65-43EF-9DAC-04966466E14F}"/>
    <dgm:cxn modelId="{CB26315D-FB5F-4BFF-A136-83DDC834D5EC}" type="presOf" srcId="{9A45A691-D248-41E4-A3E0-56A846EBCFD8}" destId="{05054023-062C-48CB-85DD-F43847D4FB08}" srcOrd="0" destOrd="0" presId="urn:microsoft.com/office/officeart/2008/layout/LinedList"/>
    <dgm:cxn modelId="{05A1AA73-17BB-4A51-8787-70E3A62CB58F}" type="presOf" srcId="{9B1D056F-16BA-4303-A537-B84EAE53BBEE}" destId="{2A48C91E-21D4-4C4B-ABC1-CFE438F7A7E1}" srcOrd="0" destOrd="0" presId="urn:microsoft.com/office/officeart/2008/layout/LinedList"/>
    <dgm:cxn modelId="{B9668F77-B7E5-4DDE-8EF3-3C92363190FC}" srcId="{9A45A691-D248-41E4-A3E0-56A846EBCFD8}" destId="{F78E5983-697B-4B2D-8E9E-A265FDB41B4E}" srcOrd="2" destOrd="0" parTransId="{48395970-A780-44E7-B786-53B402B263CE}" sibTransId="{DF9FC674-D8B9-428A-AF52-F1E1D9288E87}"/>
    <dgm:cxn modelId="{D58F6D5A-47B1-4790-AEF9-5E7C5D1B6E73}" type="presOf" srcId="{F78E5983-697B-4B2D-8E9E-A265FDB41B4E}" destId="{708DE878-B621-4BFD-BBA7-9A33E7367482}" srcOrd="0" destOrd="0" presId="urn:microsoft.com/office/officeart/2008/layout/LinedList"/>
    <dgm:cxn modelId="{B7751E93-5C30-44E8-8D88-6D415E56CB20}" type="presOf" srcId="{E8152CDA-32E3-4D45-A0FC-F047384AC4A4}" destId="{56E36F68-E5F9-4B4B-99E3-84ADC02C44FA}" srcOrd="0" destOrd="0" presId="urn:microsoft.com/office/officeart/2008/layout/LinedList"/>
    <dgm:cxn modelId="{89662B9F-D18F-42C7-B81C-1254A0FD04A9}" type="presOf" srcId="{110A55F2-4088-41B4-8F74-A8AAEB0E1051}" destId="{0EA7402C-9F7A-441D-90A4-FACDF1EA223E}" srcOrd="0" destOrd="0" presId="urn:microsoft.com/office/officeart/2008/layout/LinedList"/>
    <dgm:cxn modelId="{E2167FA9-3FA7-4656-A6C4-F480633D826E}" srcId="{9A45A691-D248-41E4-A3E0-56A846EBCFD8}" destId="{9B1D056F-16BA-4303-A537-B84EAE53BBEE}" srcOrd="3" destOrd="0" parTransId="{2D00D66C-7403-4246-91E4-749EC0166891}" sibTransId="{46A52104-FF5B-4178-B3BC-FD1DBE54B96F}"/>
    <dgm:cxn modelId="{7543FBC2-0B7E-443F-A8A0-B2AB11671EAE}" type="presOf" srcId="{CA8BBE2C-C35F-4EED-95F0-CD19482A4E27}" destId="{67CF28BD-AD78-4F78-9F90-9A275B3CE651}" srcOrd="0" destOrd="0" presId="urn:microsoft.com/office/officeart/2008/layout/LinedList"/>
    <dgm:cxn modelId="{5B97E7C7-62EE-47AB-9B71-07BA04D52C20}" srcId="{9A45A691-D248-41E4-A3E0-56A846EBCFD8}" destId="{110A55F2-4088-41B4-8F74-A8AAEB0E1051}" srcOrd="1" destOrd="0" parTransId="{BAE689AB-E322-4519-9EE4-EF4FBD234D2A}" sibTransId="{FC0AE1FB-9E69-438E-8FB9-DCBD565C65D5}"/>
    <dgm:cxn modelId="{2BEB86DB-6C2B-4AA0-A2CC-FF821063CD5A}" srcId="{9A45A691-D248-41E4-A3E0-56A846EBCFD8}" destId="{E8152CDA-32E3-4D45-A0FC-F047384AC4A4}" srcOrd="4" destOrd="0" parTransId="{78CD6DE1-4540-4874-A6CC-508091AA8165}" sibTransId="{39A85A2A-5278-40E9-903C-C8E079A82A1E}"/>
    <dgm:cxn modelId="{A7DC8D28-532F-4C4D-8605-A80F7FB5FC46}" type="presParOf" srcId="{05054023-062C-48CB-85DD-F43847D4FB08}" destId="{8F106634-091A-4B7E-AF67-320D44A5315E}" srcOrd="0" destOrd="0" presId="urn:microsoft.com/office/officeart/2008/layout/LinedList"/>
    <dgm:cxn modelId="{A984B55D-8339-40C9-B103-79E3D1C1E753}" type="presParOf" srcId="{05054023-062C-48CB-85DD-F43847D4FB08}" destId="{4E0B37F5-DE9D-4BF5-A356-7679172440BB}" srcOrd="1" destOrd="0" presId="urn:microsoft.com/office/officeart/2008/layout/LinedList"/>
    <dgm:cxn modelId="{DB8006F8-25B4-4286-AF0E-2AD5EB6B6E67}" type="presParOf" srcId="{4E0B37F5-DE9D-4BF5-A356-7679172440BB}" destId="{67CF28BD-AD78-4F78-9F90-9A275B3CE651}" srcOrd="0" destOrd="0" presId="urn:microsoft.com/office/officeart/2008/layout/LinedList"/>
    <dgm:cxn modelId="{6F35AC8C-152D-486A-AF6B-10259D0DF793}" type="presParOf" srcId="{4E0B37F5-DE9D-4BF5-A356-7679172440BB}" destId="{3EFCF2F0-B0A3-4E93-B374-449B0265BA30}" srcOrd="1" destOrd="0" presId="urn:microsoft.com/office/officeart/2008/layout/LinedList"/>
    <dgm:cxn modelId="{FDA6DEB6-6D0A-4982-AAD2-E3F55F331D4D}" type="presParOf" srcId="{05054023-062C-48CB-85DD-F43847D4FB08}" destId="{A4EF30A6-5C15-4092-B402-CBD5EF23E7B0}" srcOrd="2" destOrd="0" presId="urn:microsoft.com/office/officeart/2008/layout/LinedList"/>
    <dgm:cxn modelId="{408CAA51-686E-480C-95BC-92E26BFF49DA}" type="presParOf" srcId="{05054023-062C-48CB-85DD-F43847D4FB08}" destId="{320E06EC-7160-468C-A75D-B467B53A76BC}" srcOrd="3" destOrd="0" presId="urn:microsoft.com/office/officeart/2008/layout/LinedList"/>
    <dgm:cxn modelId="{490BF890-CA20-411C-B524-84D0958FBA14}" type="presParOf" srcId="{320E06EC-7160-468C-A75D-B467B53A76BC}" destId="{0EA7402C-9F7A-441D-90A4-FACDF1EA223E}" srcOrd="0" destOrd="0" presId="urn:microsoft.com/office/officeart/2008/layout/LinedList"/>
    <dgm:cxn modelId="{DAD2D160-93BC-4F86-A692-B9F84429874F}" type="presParOf" srcId="{320E06EC-7160-468C-A75D-B467B53A76BC}" destId="{E862B1DD-398D-439A-8619-B3C809EA25BF}" srcOrd="1" destOrd="0" presId="urn:microsoft.com/office/officeart/2008/layout/LinedList"/>
    <dgm:cxn modelId="{477FD584-C60E-4522-BAC9-BED055AAB376}" type="presParOf" srcId="{05054023-062C-48CB-85DD-F43847D4FB08}" destId="{DB53049F-C7EA-49DE-B453-4E40E396878D}" srcOrd="4" destOrd="0" presId="urn:microsoft.com/office/officeart/2008/layout/LinedList"/>
    <dgm:cxn modelId="{E50A71A0-B404-42EB-8734-2D87596EBD31}" type="presParOf" srcId="{05054023-062C-48CB-85DD-F43847D4FB08}" destId="{635C9563-719E-4CEC-B140-C7E71D89FFEF}" srcOrd="5" destOrd="0" presId="urn:microsoft.com/office/officeart/2008/layout/LinedList"/>
    <dgm:cxn modelId="{109DF01E-3247-4638-A801-E152CE137669}" type="presParOf" srcId="{635C9563-719E-4CEC-B140-C7E71D89FFEF}" destId="{708DE878-B621-4BFD-BBA7-9A33E7367482}" srcOrd="0" destOrd="0" presId="urn:microsoft.com/office/officeart/2008/layout/LinedList"/>
    <dgm:cxn modelId="{99E132F1-BA87-4AF4-9894-26DEE2D05D02}" type="presParOf" srcId="{635C9563-719E-4CEC-B140-C7E71D89FFEF}" destId="{B32A26E8-6FF5-4BC8-87ED-CC81981949E9}" srcOrd="1" destOrd="0" presId="urn:microsoft.com/office/officeart/2008/layout/LinedList"/>
    <dgm:cxn modelId="{A9D23897-860F-43CC-85F3-A3A7FAEFDBC5}" type="presParOf" srcId="{05054023-062C-48CB-85DD-F43847D4FB08}" destId="{3706559D-38D4-4562-ABA9-FDAD8B32FF73}" srcOrd="6" destOrd="0" presId="urn:microsoft.com/office/officeart/2008/layout/LinedList"/>
    <dgm:cxn modelId="{ED23ACAA-1945-48ED-B7C9-72997A35C744}" type="presParOf" srcId="{05054023-062C-48CB-85DD-F43847D4FB08}" destId="{51C0C939-2799-4DCE-92EB-4B36D1DB2BE3}" srcOrd="7" destOrd="0" presId="urn:microsoft.com/office/officeart/2008/layout/LinedList"/>
    <dgm:cxn modelId="{C0AA58F3-EF74-4528-87B4-C22F216457AD}" type="presParOf" srcId="{51C0C939-2799-4DCE-92EB-4B36D1DB2BE3}" destId="{2A48C91E-21D4-4C4B-ABC1-CFE438F7A7E1}" srcOrd="0" destOrd="0" presId="urn:microsoft.com/office/officeart/2008/layout/LinedList"/>
    <dgm:cxn modelId="{02338D1F-58C9-4D7F-9D0E-FA8FA60D9D81}" type="presParOf" srcId="{51C0C939-2799-4DCE-92EB-4B36D1DB2BE3}" destId="{8D92BEE9-F4DE-47EB-92D9-07688C2BC0C0}" srcOrd="1" destOrd="0" presId="urn:microsoft.com/office/officeart/2008/layout/LinedList"/>
    <dgm:cxn modelId="{ECE208B7-D2F5-479E-98CD-C8A7655B7A62}" type="presParOf" srcId="{05054023-062C-48CB-85DD-F43847D4FB08}" destId="{734C301D-A7B3-4492-9E94-97BA3943E283}" srcOrd="8" destOrd="0" presId="urn:microsoft.com/office/officeart/2008/layout/LinedList"/>
    <dgm:cxn modelId="{776DE799-0082-4EB9-AF6C-999ADA4B1363}" type="presParOf" srcId="{05054023-062C-48CB-85DD-F43847D4FB08}" destId="{9DCC509D-8F60-407C-915E-5E6D3F3C6C74}" srcOrd="9" destOrd="0" presId="urn:microsoft.com/office/officeart/2008/layout/LinedList"/>
    <dgm:cxn modelId="{2C1F1F36-F807-432A-B486-87A3CA042E68}" type="presParOf" srcId="{9DCC509D-8F60-407C-915E-5E6D3F3C6C74}" destId="{56E36F68-E5F9-4B4B-99E3-84ADC02C44FA}" srcOrd="0" destOrd="0" presId="urn:microsoft.com/office/officeart/2008/layout/LinedList"/>
    <dgm:cxn modelId="{B59BDDCF-293D-4F6B-B3CB-0260822A2C1D}" type="presParOf" srcId="{9DCC509D-8F60-407C-915E-5E6D3F3C6C74}" destId="{DE85A51A-0484-4A39-859C-9910B7C7EA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1CDAFE-5C85-4136-8AF9-7378BC65901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C889C8-CA2F-4AC1-8D50-C6A14930960F}">
      <dgm:prSet/>
      <dgm:spPr/>
      <dgm:t>
        <a:bodyPr/>
        <a:lstStyle/>
        <a:p>
          <a:r>
            <a:rPr lang="en-TT"/>
            <a:t>What does the following have to do with video selection, creation and editing?</a:t>
          </a:r>
          <a:endParaRPr lang="en-US"/>
        </a:p>
      </dgm:t>
    </dgm:pt>
    <dgm:pt modelId="{11E6F77E-2E46-4FD1-A509-0F7397509E39}" type="parTrans" cxnId="{AD66B508-78AD-4623-94F5-60E64FF5F15B}">
      <dgm:prSet/>
      <dgm:spPr/>
      <dgm:t>
        <a:bodyPr/>
        <a:lstStyle/>
        <a:p>
          <a:endParaRPr lang="en-US"/>
        </a:p>
      </dgm:t>
    </dgm:pt>
    <dgm:pt modelId="{32530BBB-C168-4FB0-935D-56CC65532418}" type="sibTrans" cxnId="{AD66B508-78AD-4623-94F5-60E64FF5F15B}">
      <dgm:prSet/>
      <dgm:spPr/>
      <dgm:t>
        <a:bodyPr/>
        <a:lstStyle/>
        <a:p>
          <a:endParaRPr lang="en-US"/>
        </a:p>
      </dgm:t>
    </dgm:pt>
    <dgm:pt modelId="{EF4D90F7-C568-42AB-9D99-AB052FAE6C4A}">
      <dgm:prSet/>
      <dgm:spPr/>
      <dgm:t>
        <a:bodyPr/>
        <a:lstStyle/>
        <a:p>
          <a:r>
            <a:rPr lang="en-TT"/>
            <a:t>Richard Mayer’s Cognitive Theory of Multimedia Learning</a:t>
          </a:r>
          <a:endParaRPr lang="en-US"/>
        </a:p>
      </dgm:t>
    </dgm:pt>
    <dgm:pt modelId="{0D8A3BC5-6F0B-4AF7-ADD2-AAFE4E2890E5}" type="parTrans" cxnId="{DAB56479-D6E5-4004-B2E6-1D19C9E382FF}">
      <dgm:prSet/>
      <dgm:spPr/>
      <dgm:t>
        <a:bodyPr/>
        <a:lstStyle/>
        <a:p>
          <a:endParaRPr lang="en-US"/>
        </a:p>
      </dgm:t>
    </dgm:pt>
    <dgm:pt modelId="{9C3DF6B7-0AAA-43D3-9694-E99EBB08708E}" type="sibTrans" cxnId="{DAB56479-D6E5-4004-B2E6-1D19C9E382FF}">
      <dgm:prSet/>
      <dgm:spPr/>
      <dgm:t>
        <a:bodyPr/>
        <a:lstStyle/>
        <a:p>
          <a:endParaRPr lang="en-US"/>
        </a:p>
      </dgm:t>
    </dgm:pt>
    <dgm:pt modelId="{968D82F6-DFCC-41A3-A157-5591CA27B52F}">
      <dgm:prSet/>
      <dgm:spPr/>
      <dgm:t>
        <a:bodyPr/>
        <a:lstStyle/>
        <a:p>
          <a:r>
            <a:rPr lang="en-TT"/>
            <a:t>Benjamin Bloom’s Taxonomy of Educational Objectives</a:t>
          </a:r>
          <a:endParaRPr lang="en-US"/>
        </a:p>
      </dgm:t>
    </dgm:pt>
    <dgm:pt modelId="{9C734CB7-D9BF-42E8-A5D5-773287296AAC}" type="parTrans" cxnId="{8C282C9D-5C1B-4DA1-9A9A-6422BE41FECD}">
      <dgm:prSet/>
      <dgm:spPr/>
      <dgm:t>
        <a:bodyPr/>
        <a:lstStyle/>
        <a:p>
          <a:endParaRPr lang="en-US"/>
        </a:p>
      </dgm:t>
    </dgm:pt>
    <dgm:pt modelId="{97636FD2-3FCC-4371-815C-DADC80B05C75}" type="sibTrans" cxnId="{8C282C9D-5C1B-4DA1-9A9A-6422BE41FECD}">
      <dgm:prSet/>
      <dgm:spPr/>
      <dgm:t>
        <a:bodyPr/>
        <a:lstStyle/>
        <a:p>
          <a:endParaRPr lang="en-US"/>
        </a:p>
      </dgm:t>
    </dgm:pt>
    <dgm:pt modelId="{AF74C8EE-0F69-4F6E-816B-966F10E4F2AF}">
      <dgm:prSet/>
      <dgm:spPr/>
      <dgm:t>
        <a:bodyPr/>
        <a:lstStyle/>
        <a:p>
          <a:r>
            <a:rPr lang="en-TT"/>
            <a:t>The Universal Design for Learning framework</a:t>
          </a:r>
          <a:endParaRPr lang="en-US"/>
        </a:p>
      </dgm:t>
    </dgm:pt>
    <dgm:pt modelId="{E80618A7-54CB-4974-8486-3D2729D8553C}" type="parTrans" cxnId="{FBA759C6-D9D1-4482-BEF7-C6F7D07762BD}">
      <dgm:prSet/>
      <dgm:spPr/>
      <dgm:t>
        <a:bodyPr/>
        <a:lstStyle/>
        <a:p>
          <a:endParaRPr lang="en-US"/>
        </a:p>
      </dgm:t>
    </dgm:pt>
    <dgm:pt modelId="{73602806-36FC-49E9-A24B-C094256C91C5}" type="sibTrans" cxnId="{FBA759C6-D9D1-4482-BEF7-C6F7D07762BD}">
      <dgm:prSet/>
      <dgm:spPr/>
      <dgm:t>
        <a:bodyPr/>
        <a:lstStyle/>
        <a:p>
          <a:endParaRPr lang="en-US"/>
        </a:p>
      </dgm:t>
    </dgm:pt>
    <dgm:pt modelId="{FAFFC895-643D-42AA-8A90-0674B2C98CA0}" type="pres">
      <dgm:prSet presAssocID="{C71CDAFE-5C85-4136-8AF9-7378BC659012}" presName="linear" presStyleCnt="0">
        <dgm:presLayoutVars>
          <dgm:animLvl val="lvl"/>
          <dgm:resizeHandles val="exact"/>
        </dgm:presLayoutVars>
      </dgm:prSet>
      <dgm:spPr/>
    </dgm:pt>
    <dgm:pt modelId="{B0CD4649-0619-407C-BF90-BCE2D28EEC4D}" type="pres">
      <dgm:prSet presAssocID="{83C889C8-CA2F-4AC1-8D50-C6A14930960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C93485B-3C63-4D4D-B601-0253206153EE}" type="pres">
      <dgm:prSet presAssocID="{83C889C8-CA2F-4AC1-8D50-C6A14930960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D66B508-78AD-4623-94F5-60E64FF5F15B}" srcId="{C71CDAFE-5C85-4136-8AF9-7378BC659012}" destId="{83C889C8-CA2F-4AC1-8D50-C6A14930960F}" srcOrd="0" destOrd="0" parTransId="{11E6F77E-2E46-4FD1-A509-0F7397509E39}" sibTransId="{32530BBB-C168-4FB0-935D-56CC65532418}"/>
    <dgm:cxn modelId="{CB7E7017-C8C3-4275-B1C7-401980F554E6}" type="presOf" srcId="{EF4D90F7-C568-42AB-9D99-AB052FAE6C4A}" destId="{CC93485B-3C63-4D4D-B601-0253206153EE}" srcOrd="0" destOrd="0" presId="urn:microsoft.com/office/officeart/2005/8/layout/vList2"/>
    <dgm:cxn modelId="{44497A47-7B3A-4FE8-B65A-EF7D9E5D77B2}" type="presOf" srcId="{AF74C8EE-0F69-4F6E-816B-966F10E4F2AF}" destId="{CC93485B-3C63-4D4D-B601-0253206153EE}" srcOrd="0" destOrd="2" presId="urn:microsoft.com/office/officeart/2005/8/layout/vList2"/>
    <dgm:cxn modelId="{37834B68-0180-412D-8BDC-E8D554F1DFB5}" type="presOf" srcId="{83C889C8-CA2F-4AC1-8D50-C6A14930960F}" destId="{B0CD4649-0619-407C-BF90-BCE2D28EEC4D}" srcOrd="0" destOrd="0" presId="urn:microsoft.com/office/officeart/2005/8/layout/vList2"/>
    <dgm:cxn modelId="{DAB56479-D6E5-4004-B2E6-1D19C9E382FF}" srcId="{83C889C8-CA2F-4AC1-8D50-C6A14930960F}" destId="{EF4D90F7-C568-42AB-9D99-AB052FAE6C4A}" srcOrd="0" destOrd="0" parTransId="{0D8A3BC5-6F0B-4AF7-ADD2-AAFE4E2890E5}" sibTransId="{9C3DF6B7-0AAA-43D3-9694-E99EBB08708E}"/>
    <dgm:cxn modelId="{55D2E17B-0714-4B85-A413-100BBAF239D3}" type="presOf" srcId="{968D82F6-DFCC-41A3-A157-5591CA27B52F}" destId="{CC93485B-3C63-4D4D-B601-0253206153EE}" srcOrd="0" destOrd="1" presId="urn:microsoft.com/office/officeart/2005/8/layout/vList2"/>
    <dgm:cxn modelId="{8C282C9D-5C1B-4DA1-9A9A-6422BE41FECD}" srcId="{83C889C8-CA2F-4AC1-8D50-C6A14930960F}" destId="{968D82F6-DFCC-41A3-A157-5591CA27B52F}" srcOrd="1" destOrd="0" parTransId="{9C734CB7-D9BF-42E8-A5D5-773287296AAC}" sibTransId="{97636FD2-3FCC-4371-815C-DADC80B05C75}"/>
    <dgm:cxn modelId="{FBA759C6-D9D1-4482-BEF7-C6F7D07762BD}" srcId="{83C889C8-CA2F-4AC1-8D50-C6A14930960F}" destId="{AF74C8EE-0F69-4F6E-816B-966F10E4F2AF}" srcOrd="2" destOrd="0" parTransId="{E80618A7-54CB-4974-8486-3D2729D8553C}" sibTransId="{73602806-36FC-49E9-A24B-C094256C91C5}"/>
    <dgm:cxn modelId="{093988F3-5FDE-45FF-8D9C-5FBEDE30D1E1}" type="presOf" srcId="{C71CDAFE-5C85-4136-8AF9-7378BC659012}" destId="{FAFFC895-643D-42AA-8A90-0674B2C98CA0}" srcOrd="0" destOrd="0" presId="urn:microsoft.com/office/officeart/2005/8/layout/vList2"/>
    <dgm:cxn modelId="{026B26E9-D706-4439-87DB-C4F22A60829B}" type="presParOf" srcId="{FAFFC895-643D-42AA-8A90-0674B2C98CA0}" destId="{B0CD4649-0619-407C-BF90-BCE2D28EEC4D}" srcOrd="0" destOrd="0" presId="urn:microsoft.com/office/officeart/2005/8/layout/vList2"/>
    <dgm:cxn modelId="{331C9AB3-F37B-4BEB-AD4A-ADA756CC23FB}" type="presParOf" srcId="{FAFFC895-643D-42AA-8A90-0674B2C98CA0}" destId="{CC93485B-3C63-4D4D-B601-0253206153E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ABDE89-2DF3-42B8-8A9E-D04E33CF7C61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6A1DADB-8812-4B8E-AF8B-2B31BBEFA87B}">
      <dgm:prSet/>
      <dgm:spPr/>
      <dgm:t>
        <a:bodyPr/>
        <a:lstStyle/>
        <a:p>
          <a:r>
            <a:rPr lang="en-US"/>
            <a:t>Remember</a:t>
          </a:r>
        </a:p>
      </dgm:t>
    </dgm:pt>
    <dgm:pt modelId="{4EAB7120-D29D-450E-9996-352FCEEA5A1C}" type="parTrans" cxnId="{EE55D4A3-A404-4606-B49F-A4DD2C5000F2}">
      <dgm:prSet/>
      <dgm:spPr/>
      <dgm:t>
        <a:bodyPr/>
        <a:lstStyle/>
        <a:p>
          <a:endParaRPr lang="en-US"/>
        </a:p>
      </dgm:t>
    </dgm:pt>
    <dgm:pt modelId="{3FF11C20-E58C-4E35-A018-AB24B6F41C20}" type="sibTrans" cxnId="{EE55D4A3-A404-4606-B49F-A4DD2C5000F2}">
      <dgm:prSet/>
      <dgm:spPr/>
      <dgm:t>
        <a:bodyPr/>
        <a:lstStyle/>
        <a:p>
          <a:endParaRPr lang="en-US"/>
        </a:p>
      </dgm:t>
    </dgm:pt>
    <dgm:pt modelId="{AF607ADE-BADB-4688-A4E1-1C820D54F4D1}">
      <dgm:prSet/>
      <dgm:spPr/>
      <dgm:t>
        <a:bodyPr/>
        <a:lstStyle/>
        <a:p>
          <a:r>
            <a:rPr lang="en-US"/>
            <a:t>Remember: list key terms</a:t>
          </a:r>
        </a:p>
      </dgm:t>
    </dgm:pt>
    <dgm:pt modelId="{FE607292-C101-4F7B-9869-8B8EBEAB5305}" type="parTrans" cxnId="{626303DC-A578-4871-BAD5-410003F795C2}">
      <dgm:prSet/>
      <dgm:spPr/>
      <dgm:t>
        <a:bodyPr/>
        <a:lstStyle/>
        <a:p>
          <a:endParaRPr lang="en-US"/>
        </a:p>
      </dgm:t>
    </dgm:pt>
    <dgm:pt modelId="{032CDBA8-7B73-4008-A11A-43830543CE2F}" type="sibTrans" cxnId="{626303DC-A578-4871-BAD5-410003F795C2}">
      <dgm:prSet/>
      <dgm:spPr/>
      <dgm:t>
        <a:bodyPr/>
        <a:lstStyle/>
        <a:p>
          <a:endParaRPr lang="en-US"/>
        </a:p>
      </dgm:t>
    </dgm:pt>
    <dgm:pt modelId="{5780C5A8-964C-4AD0-8D1B-07B21F3462B8}">
      <dgm:prSet/>
      <dgm:spPr/>
      <dgm:t>
        <a:bodyPr/>
        <a:lstStyle/>
        <a:p>
          <a:r>
            <a:rPr lang="en-US"/>
            <a:t>Understand</a:t>
          </a:r>
        </a:p>
      </dgm:t>
    </dgm:pt>
    <dgm:pt modelId="{3FD1F9DA-15BC-4090-BD81-B69B8FFBA8DF}" type="parTrans" cxnId="{AADCCF61-11AD-495A-9F48-A03A42831DDF}">
      <dgm:prSet/>
      <dgm:spPr/>
      <dgm:t>
        <a:bodyPr/>
        <a:lstStyle/>
        <a:p>
          <a:endParaRPr lang="en-US"/>
        </a:p>
      </dgm:t>
    </dgm:pt>
    <dgm:pt modelId="{6FDB69CC-374A-484C-9932-DFF4DB9F130F}" type="sibTrans" cxnId="{AADCCF61-11AD-495A-9F48-A03A42831DDF}">
      <dgm:prSet/>
      <dgm:spPr/>
      <dgm:t>
        <a:bodyPr/>
        <a:lstStyle/>
        <a:p>
          <a:endParaRPr lang="en-US"/>
        </a:p>
      </dgm:t>
    </dgm:pt>
    <dgm:pt modelId="{89554F3B-4D42-4DB6-BD30-E2B74428179B}">
      <dgm:prSet/>
      <dgm:spPr/>
      <dgm:t>
        <a:bodyPr/>
        <a:lstStyle/>
        <a:p>
          <a:r>
            <a:rPr lang="en-US"/>
            <a:t>Understand: summarize concepts</a:t>
          </a:r>
        </a:p>
      </dgm:t>
    </dgm:pt>
    <dgm:pt modelId="{BFB908B6-8D60-4B88-81E1-8D504E9CF877}" type="parTrans" cxnId="{3B8F3A8D-540C-49BD-8D93-A6E629654D9F}">
      <dgm:prSet/>
      <dgm:spPr/>
      <dgm:t>
        <a:bodyPr/>
        <a:lstStyle/>
        <a:p>
          <a:endParaRPr lang="en-US"/>
        </a:p>
      </dgm:t>
    </dgm:pt>
    <dgm:pt modelId="{A4E6ADD0-6F14-4FDA-9F3B-7C5FC1BBD669}" type="sibTrans" cxnId="{3B8F3A8D-540C-49BD-8D93-A6E629654D9F}">
      <dgm:prSet/>
      <dgm:spPr/>
      <dgm:t>
        <a:bodyPr/>
        <a:lstStyle/>
        <a:p>
          <a:endParaRPr lang="en-US"/>
        </a:p>
      </dgm:t>
    </dgm:pt>
    <dgm:pt modelId="{EEE1C4C3-9422-4A6A-B62A-D9119B38A2A6}">
      <dgm:prSet/>
      <dgm:spPr/>
      <dgm:t>
        <a:bodyPr/>
        <a:lstStyle/>
        <a:p>
          <a:r>
            <a:rPr lang="en-US"/>
            <a:t>Apply</a:t>
          </a:r>
        </a:p>
      </dgm:t>
    </dgm:pt>
    <dgm:pt modelId="{9611C4FE-9433-448F-BC68-E76BAB991393}" type="parTrans" cxnId="{04FB7554-FD04-479B-BB9C-2756A312844F}">
      <dgm:prSet/>
      <dgm:spPr/>
      <dgm:t>
        <a:bodyPr/>
        <a:lstStyle/>
        <a:p>
          <a:endParaRPr lang="en-US"/>
        </a:p>
      </dgm:t>
    </dgm:pt>
    <dgm:pt modelId="{AEFC0AE4-FB71-4768-A522-A6057BCC3669}" type="sibTrans" cxnId="{04FB7554-FD04-479B-BB9C-2756A312844F}">
      <dgm:prSet/>
      <dgm:spPr/>
      <dgm:t>
        <a:bodyPr/>
        <a:lstStyle/>
        <a:p>
          <a:endParaRPr lang="en-US"/>
        </a:p>
      </dgm:t>
    </dgm:pt>
    <dgm:pt modelId="{C7EC0AAE-7FCD-4F83-9A69-C5273C585E66}">
      <dgm:prSet/>
      <dgm:spPr/>
      <dgm:t>
        <a:bodyPr/>
        <a:lstStyle/>
        <a:p>
          <a:r>
            <a:rPr lang="en-US"/>
            <a:t>Apply: solve problems</a:t>
          </a:r>
        </a:p>
      </dgm:t>
    </dgm:pt>
    <dgm:pt modelId="{811D9E5A-44E3-4067-B852-F489744F9D16}" type="parTrans" cxnId="{2CB78F1A-8BB7-4B0F-8F14-18FE67E054EA}">
      <dgm:prSet/>
      <dgm:spPr/>
      <dgm:t>
        <a:bodyPr/>
        <a:lstStyle/>
        <a:p>
          <a:endParaRPr lang="en-US"/>
        </a:p>
      </dgm:t>
    </dgm:pt>
    <dgm:pt modelId="{30380FE6-9626-4A20-96A2-DF5732E7AC8D}" type="sibTrans" cxnId="{2CB78F1A-8BB7-4B0F-8F14-18FE67E054EA}">
      <dgm:prSet/>
      <dgm:spPr/>
      <dgm:t>
        <a:bodyPr/>
        <a:lstStyle/>
        <a:p>
          <a:endParaRPr lang="en-US"/>
        </a:p>
      </dgm:t>
    </dgm:pt>
    <dgm:pt modelId="{B1582B5C-B941-465F-9071-E425ABF553D7}">
      <dgm:prSet/>
      <dgm:spPr/>
      <dgm:t>
        <a:bodyPr/>
        <a:lstStyle/>
        <a:p>
          <a:r>
            <a:rPr lang="en-US"/>
            <a:t>Analyze</a:t>
          </a:r>
        </a:p>
      </dgm:t>
    </dgm:pt>
    <dgm:pt modelId="{CEB1EDF0-930B-4A25-BAA7-7AE9F7E140DD}" type="parTrans" cxnId="{39CB31CC-9E97-4B1B-8118-332B8F9A70F6}">
      <dgm:prSet/>
      <dgm:spPr/>
      <dgm:t>
        <a:bodyPr/>
        <a:lstStyle/>
        <a:p>
          <a:endParaRPr lang="en-US"/>
        </a:p>
      </dgm:t>
    </dgm:pt>
    <dgm:pt modelId="{7AE9E4BF-7EDD-4596-A2EC-5B0BA70F6751}" type="sibTrans" cxnId="{39CB31CC-9E97-4B1B-8118-332B8F9A70F6}">
      <dgm:prSet/>
      <dgm:spPr/>
      <dgm:t>
        <a:bodyPr/>
        <a:lstStyle/>
        <a:p>
          <a:endParaRPr lang="en-US"/>
        </a:p>
      </dgm:t>
    </dgm:pt>
    <dgm:pt modelId="{61B9C80A-568B-4A59-B100-48B909C59E35}">
      <dgm:prSet/>
      <dgm:spPr/>
      <dgm:t>
        <a:bodyPr/>
        <a:lstStyle/>
        <a:p>
          <a:r>
            <a:rPr lang="en-US"/>
            <a:t>Analyze: compare methods</a:t>
          </a:r>
        </a:p>
      </dgm:t>
    </dgm:pt>
    <dgm:pt modelId="{9489D365-5F06-4580-839F-DEF3573B86C6}" type="parTrans" cxnId="{97A9081A-F30E-40E8-BE83-C93BAE436CA6}">
      <dgm:prSet/>
      <dgm:spPr/>
      <dgm:t>
        <a:bodyPr/>
        <a:lstStyle/>
        <a:p>
          <a:endParaRPr lang="en-US"/>
        </a:p>
      </dgm:t>
    </dgm:pt>
    <dgm:pt modelId="{DA9DA88F-B212-422E-88C4-FB7E2B78D870}" type="sibTrans" cxnId="{97A9081A-F30E-40E8-BE83-C93BAE436CA6}">
      <dgm:prSet/>
      <dgm:spPr/>
      <dgm:t>
        <a:bodyPr/>
        <a:lstStyle/>
        <a:p>
          <a:endParaRPr lang="en-US"/>
        </a:p>
      </dgm:t>
    </dgm:pt>
    <dgm:pt modelId="{73C31759-3BAE-4C7D-BE13-D57F4CE22CBA}">
      <dgm:prSet/>
      <dgm:spPr/>
      <dgm:t>
        <a:bodyPr/>
        <a:lstStyle/>
        <a:p>
          <a:r>
            <a:rPr lang="en-US"/>
            <a:t>Evaluate</a:t>
          </a:r>
        </a:p>
      </dgm:t>
    </dgm:pt>
    <dgm:pt modelId="{7A3E836B-124E-44F3-A4F4-5FAF5C6E0A8D}" type="parTrans" cxnId="{8A9674F3-AA6B-4EA2-B1E6-202C4E2BF431}">
      <dgm:prSet/>
      <dgm:spPr/>
      <dgm:t>
        <a:bodyPr/>
        <a:lstStyle/>
        <a:p>
          <a:endParaRPr lang="en-US"/>
        </a:p>
      </dgm:t>
    </dgm:pt>
    <dgm:pt modelId="{91BC45AF-E643-41F8-9A40-D3610A89072F}" type="sibTrans" cxnId="{8A9674F3-AA6B-4EA2-B1E6-202C4E2BF431}">
      <dgm:prSet/>
      <dgm:spPr/>
      <dgm:t>
        <a:bodyPr/>
        <a:lstStyle/>
        <a:p>
          <a:endParaRPr lang="en-US"/>
        </a:p>
      </dgm:t>
    </dgm:pt>
    <dgm:pt modelId="{80165C45-D03E-428C-A5E4-455D48289617}">
      <dgm:prSet/>
      <dgm:spPr/>
      <dgm:t>
        <a:bodyPr/>
        <a:lstStyle/>
        <a:p>
          <a:r>
            <a:rPr lang="en-US"/>
            <a:t>Evaluate: critique approaches</a:t>
          </a:r>
        </a:p>
      </dgm:t>
    </dgm:pt>
    <dgm:pt modelId="{5AC1A491-0BC0-4718-A0D0-E3BB5391C743}" type="parTrans" cxnId="{22ADD061-B2D1-48C6-BCD6-4F1F554AA0E6}">
      <dgm:prSet/>
      <dgm:spPr/>
      <dgm:t>
        <a:bodyPr/>
        <a:lstStyle/>
        <a:p>
          <a:endParaRPr lang="en-US"/>
        </a:p>
      </dgm:t>
    </dgm:pt>
    <dgm:pt modelId="{DD8BC5AD-3386-4655-8469-4B42AFADEF4A}" type="sibTrans" cxnId="{22ADD061-B2D1-48C6-BCD6-4F1F554AA0E6}">
      <dgm:prSet/>
      <dgm:spPr/>
      <dgm:t>
        <a:bodyPr/>
        <a:lstStyle/>
        <a:p>
          <a:endParaRPr lang="en-US"/>
        </a:p>
      </dgm:t>
    </dgm:pt>
    <dgm:pt modelId="{1A662763-156B-4D1E-93D7-C05D2449A69B}">
      <dgm:prSet/>
      <dgm:spPr/>
      <dgm:t>
        <a:bodyPr/>
        <a:lstStyle/>
        <a:p>
          <a:r>
            <a:rPr lang="en-US"/>
            <a:t>Create</a:t>
          </a:r>
        </a:p>
      </dgm:t>
    </dgm:pt>
    <dgm:pt modelId="{65CAB722-4F62-4277-87E5-33D3E51AB7C7}" type="parTrans" cxnId="{AF4856DE-F4B0-43EB-8290-F34C37D6C432}">
      <dgm:prSet/>
      <dgm:spPr/>
      <dgm:t>
        <a:bodyPr/>
        <a:lstStyle/>
        <a:p>
          <a:endParaRPr lang="en-US"/>
        </a:p>
      </dgm:t>
    </dgm:pt>
    <dgm:pt modelId="{23C00014-566D-4832-9DDF-9A3D60B177E0}" type="sibTrans" cxnId="{AF4856DE-F4B0-43EB-8290-F34C37D6C432}">
      <dgm:prSet/>
      <dgm:spPr/>
      <dgm:t>
        <a:bodyPr/>
        <a:lstStyle/>
        <a:p>
          <a:endParaRPr lang="en-US"/>
        </a:p>
      </dgm:t>
    </dgm:pt>
    <dgm:pt modelId="{398A2FBB-12C7-4DC2-85E0-0AAE7C89F32D}">
      <dgm:prSet/>
      <dgm:spPr/>
      <dgm:t>
        <a:bodyPr/>
        <a:lstStyle/>
        <a:p>
          <a:r>
            <a:rPr lang="en-US"/>
            <a:t>Create: produce explanatory videos</a:t>
          </a:r>
        </a:p>
      </dgm:t>
    </dgm:pt>
    <dgm:pt modelId="{30F39E02-B8CB-4A92-B42F-E20AF983158C}" type="parTrans" cxnId="{7238DB14-BE00-4E2F-87F0-2654F4BA7952}">
      <dgm:prSet/>
      <dgm:spPr/>
      <dgm:t>
        <a:bodyPr/>
        <a:lstStyle/>
        <a:p>
          <a:endParaRPr lang="en-US"/>
        </a:p>
      </dgm:t>
    </dgm:pt>
    <dgm:pt modelId="{641D09AD-9265-48B6-B9DF-033341A61A94}" type="sibTrans" cxnId="{7238DB14-BE00-4E2F-87F0-2654F4BA7952}">
      <dgm:prSet/>
      <dgm:spPr/>
      <dgm:t>
        <a:bodyPr/>
        <a:lstStyle/>
        <a:p>
          <a:endParaRPr lang="en-US"/>
        </a:p>
      </dgm:t>
    </dgm:pt>
    <dgm:pt modelId="{27672249-1B98-4100-847C-52B92C670E6B}" type="pres">
      <dgm:prSet presAssocID="{7AABDE89-2DF3-42B8-8A9E-D04E33CF7C61}" presName="linearFlow" presStyleCnt="0">
        <dgm:presLayoutVars>
          <dgm:dir/>
          <dgm:animLvl val="lvl"/>
          <dgm:resizeHandles val="exact"/>
        </dgm:presLayoutVars>
      </dgm:prSet>
      <dgm:spPr/>
    </dgm:pt>
    <dgm:pt modelId="{221C4928-4087-4BE3-9920-9AFA02B300B7}" type="pres">
      <dgm:prSet presAssocID="{66A1DADB-8812-4B8E-AF8B-2B31BBEFA87B}" presName="composite" presStyleCnt="0"/>
      <dgm:spPr/>
    </dgm:pt>
    <dgm:pt modelId="{815E5DB8-94B4-4BAA-889A-30D3EDFC9304}" type="pres">
      <dgm:prSet presAssocID="{66A1DADB-8812-4B8E-AF8B-2B31BBEFA87B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AA5D50E4-3D91-4496-B788-DFB81E7C7C78}" type="pres">
      <dgm:prSet presAssocID="{66A1DADB-8812-4B8E-AF8B-2B31BBEFA87B}" presName="descendantText" presStyleLbl="alignAcc1" presStyleIdx="0" presStyleCnt="6">
        <dgm:presLayoutVars>
          <dgm:bulletEnabled val="1"/>
        </dgm:presLayoutVars>
      </dgm:prSet>
      <dgm:spPr/>
    </dgm:pt>
    <dgm:pt modelId="{4809AEF6-CA3C-477C-A804-88BCA611C33A}" type="pres">
      <dgm:prSet presAssocID="{3FF11C20-E58C-4E35-A018-AB24B6F41C20}" presName="sp" presStyleCnt="0"/>
      <dgm:spPr/>
    </dgm:pt>
    <dgm:pt modelId="{75F3934C-DED9-4FF5-BEA8-B50CA7F1E2DB}" type="pres">
      <dgm:prSet presAssocID="{5780C5A8-964C-4AD0-8D1B-07B21F3462B8}" presName="composite" presStyleCnt="0"/>
      <dgm:spPr/>
    </dgm:pt>
    <dgm:pt modelId="{5E0114E0-691B-4E79-ABD3-3B7E0558B88C}" type="pres">
      <dgm:prSet presAssocID="{5780C5A8-964C-4AD0-8D1B-07B21F3462B8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FB161D2D-E182-483D-810F-F3A308B40F0D}" type="pres">
      <dgm:prSet presAssocID="{5780C5A8-964C-4AD0-8D1B-07B21F3462B8}" presName="descendantText" presStyleLbl="alignAcc1" presStyleIdx="1" presStyleCnt="6">
        <dgm:presLayoutVars>
          <dgm:bulletEnabled val="1"/>
        </dgm:presLayoutVars>
      </dgm:prSet>
      <dgm:spPr/>
    </dgm:pt>
    <dgm:pt modelId="{8C02E8A0-B792-441C-ADFC-152E5098BFDE}" type="pres">
      <dgm:prSet presAssocID="{6FDB69CC-374A-484C-9932-DFF4DB9F130F}" presName="sp" presStyleCnt="0"/>
      <dgm:spPr/>
    </dgm:pt>
    <dgm:pt modelId="{438AFCC1-846A-4F25-A961-9FC16017885B}" type="pres">
      <dgm:prSet presAssocID="{EEE1C4C3-9422-4A6A-B62A-D9119B38A2A6}" presName="composite" presStyleCnt="0"/>
      <dgm:spPr/>
    </dgm:pt>
    <dgm:pt modelId="{8891436A-DB93-4905-BE8B-428E767B6DCA}" type="pres">
      <dgm:prSet presAssocID="{EEE1C4C3-9422-4A6A-B62A-D9119B38A2A6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B0080E8C-1504-40E4-B920-71CFAD0D6401}" type="pres">
      <dgm:prSet presAssocID="{EEE1C4C3-9422-4A6A-B62A-D9119B38A2A6}" presName="descendantText" presStyleLbl="alignAcc1" presStyleIdx="2" presStyleCnt="6">
        <dgm:presLayoutVars>
          <dgm:bulletEnabled val="1"/>
        </dgm:presLayoutVars>
      </dgm:prSet>
      <dgm:spPr/>
    </dgm:pt>
    <dgm:pt modelId="{1DB163BD-F049-4EF6-8BF6-747DBF8E8B31}" type="pres">
      <dgm:prSet presAssocID="{AEFC0AE4-FB71-4768-A522-A6057BCC3669}" presName="sp" presStyleCnt="0"/>
      <dgm:spPr/>
    </dgm:pt>
    <dgm:pt modelId="{CF020D9B-61C6-4758-9A2E-32A1325F85A2}" type="pres">
      <dgm:prSet presAssocID="{B1582B5C-B941-465F-9071-E425ABF553D7}" presName="composite" presStyleCnt="0"/>
      <dgm:spPr/>
    </dgm:pt>
    <dgm:pt modelId="{07C63035-E613-4D15-A020-D396485DD76E}" type="pres">
      <dgm:prSet presAssocID="{B1582B5C-B941-465F-9071-E425ABF553D7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943DF4B8-B401-4A9A-A868-134EAE245ADA}" type="pres">
      <dgm:prSet presAssocID="{B1582B5C-B941-465F-9071-E425ABF553D7}" presName="descendantText" presStyleLbl="alignAcc1" presStyleIdx="3" presStyleCnt="6">
        <dgm:presLayoutVars>
          <dgm:bulletEnabled val="1"/>
        </dgm:presLayoutVars>
      </dgm:prSet>
      <dgm:spPr/>
    </dgm:pt>
    <dgm:pt modelId="{54C7A948-9F1D-4D03-95B9-BED70C2E9D2D}" type="pres">
      <dgm:prSet presAssocID="{7AE9E4BF-7EDD-4596-A2EC-5B0BA70F6751}" presName="sp" presStyleCnt="0"/>
      <dgm:spPr/>
    </dgm:pt>
    <dgm:pt modelId="{B0411D1E-833B-4286-880A-44AF49303015}" type="pres">
      <dgm:prSet presAssocID="{73C31759-3BAE-4C7D-BE13-D57F4CE22CBA}" presName="composite" presStyleCnt="0"/>
      <dgm:spPr/>
    </dgm:pt>
    <dgm:pt modelId="{DE83DDD0-49CA-444F-A0CC-7B32FE30CC51}" type="pres">
      <dgm:prSet presAssocID="{73C31759-3BAE-4C7D-BE13-D57F4CE22CBA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13BA2AED-0893-4EE7-A222-211FBA1CFAFF}" type="pres">
      <dgm:prSet presAssocID="{73C31759-3BAE-4C7D-BE13-D57F4CE22CBA}" presName="descendantText" presStyleLbl="alignAcc1" presStyleIdx="4" presStyleCnt="6">
        <dgm:presLayoutVars>
          <dgm:bulletEnabled val="1"/>
        </dgm:presLayoutVars>
      </dgm:prSet>
      <dgm:spPr/>
    </dgm:pt>
    <dgm:pt modelId="{47F8F087-BAA7-4C95-BE5D-BC4AE0181581}" type="pres">
      <dgm:prSet presAssocID="{91BC45AF-E643-41F8-9A40-D3610A89072F}" presName="sp" presStyleCnt="0"/>
      <dgm:spPr/>
    </dgm:pt>
    <dgm:pt modelId="{9824A115-13FD-4AD4-9104-2011EDE23B35}" type="pres">
      <dgm:prSet presAssocID="{1A662763-156B-4D1E-93D7-C05D2449A69B}" presName="composite" presStyleCnt="0"/>
      <dgm:spPr/>
    </dgm:pt>
    <dgm:pt modelId="{F22DB927-09A8-4C61-813C-06C2A7BE8B57}" type="pres">
      <dgm:prSet presAssocID="{1A662763-156B-4D1E-93D7-C05D2449A69B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352058EA-7C6E-465E-8D87-5561A7D86865}" type="pres">
      <dgm:prSet presAssocID="{1A662763-156B-4D1E-93D7-C05D2449A69B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25E85703-49DD-4552-92AE-698BE8AB4B98}" type="presOf" srcId="{5780C5A8-964C-4AD0-8D1B-07B21F3462B8}" destId="{5E0114E0-691B-4E79-ABD3-3B7E0558B88C}" srcOrd="0" destOrd="0" presId="urn:microsoft.com/office/officeart/2005/8/layout/chevron2"/>
    <dgm:cxn modelId="{7238DB14-BE00-4E2F-87F0-2654F4BA7952}" srcId="{1A662763-156B-4D1E-93D7-C05D2449A69B}" destId="{398A2FBB-12C7-4DC2-85E0-0AAE7C89F32D}" srcOrd="0" destOrd="0" parTransId="{30F39E02-B8CB-4A92-B42F-E20AF983158C}" sibTransId="{641D09AD-9265-48B6-B9DF-033341A61A94}"/>
    <dgm:cxn modelId="{97A9081A-F30E-40E8-BE83-C93BAE436CA6}" srcId="{B1582B5C-B941-465F-9071-E425ABF553D7}" destId="{61B9C80A-568B-4A59-B100-48B909C59E35}" srcOrd="0" destOrd="0" parTransId="{9489D365-5F06-4580-839F-DEF3573B86C6}" sibTransId="{DA9DA88F-B212-422E-88C4-FB7E2B78D870}"/>
    <dgm:cxn modelId="{2CB78F1A-8BB7-4B0F-8F14-18FE67E054EA}" srcId="{EEE1C4C3-9422-4A6A-B62A-D9119B38A2A6}" destId="{C7EC0AAE-7FCD-4F83-9A69-C5273C585E66}" srcOrd="0" destOrd="0" parTransId="{811D9E5A-44E3-4067-B852-F489744F9D16}" sibTransId="{30380FE6-9626-4A20-96A2-DF5732E7AC8D}"/>
    <dgm:cxn modelId="{AADCCF61-11AD-495A-9F48-A03A42831DDF}" srcId="{7AABDE89-2DF3-42B8-8A9E-D04E33CF7C61}" destId="{5780C5A8-964C-4AD0-8D1B-07B21F3462B8}" srcOrd="1" destOrd="0" parTransId="{3FD1F9DA-15BC-4090-BD81-B69B8FFBA8DF}" sibTransId="{6FDB69CC-374A-484C-9932-DFF4DB9F130F}"/>
    <dgm:cxn modelId="{22ADD061-B2D1-48C6-BCD6-4F1F554AA0E6}" srcId="{73C31759-3BAE-4C7D-BE13-D57F4CE22CBA}" destId="{80165C45-D03E-428C-A5E4-455D48289617}" srcOrd="0" destOrd="0" parTransId="{5AC1A491-0BC0-4718-A0D0-E3BB5391C743}" sibTransId="{DD8BC5AD-3386-4655-8469-4B42AFADEF4A}"/>
    <dgm:cxn modelId="{E6F73042-8CE7-4102-A4B0-B1DFF9CC3A8B}" type="presOf" srcId="{7AABDE89-2DF3-42B8-8A9E-D04E33CF7C61}" destId="{27672249-1B98-4100-847C-52B92C670E6B}" srcOrd="0" destOrd="0" presId="urn:microsoft.com/office/officeart/2005/8/layout/chevron2"/>
    <dgm:cxn modelId="{C8789A64-D1E3-485F-8EF0-5B002770F792}" type="presOf" srcId="{61B9C80A-568B-4A59-B100-48B909C59E35}" destId="{943DF4B8-B401-4A9A-A868-134EAE245ADA}" srcOrd="0" destOrd="0" presId="urn:microsoft.com/office/officeart/2005/8/layout/chevron2"/>
    <dgm:cxn modelId="{C00D7C6B-29A3-417A-9AE3-849070BD63BE}" type="presOf" srcId="{1A662763-156B-4D1E-93D7-C05D2449A69B}" destId="{F22DB927-09A8-4C61-813C-06C2A7BE8B57}" srcOrd="0" destOrd="0" presId="urn:microsoft.com/office/officeart/2005/8/layout/chevron2"/>
    <dgm:cxn modelId="{D3534473-B30C-4F2E-B4C3-0C8BB9FBCEAA}" type="presOf" srcId="{73C31759-3BAE-4C7D-BE13-D57F4CE22CBA}" destId="{DE83DDD0-49CA-444F-A0CC-7B32FE30CC51}" srcOrd="0" destOrd="0" presId="urn:microsoft.com/office/officeart/2005/8/layout/chevron2"/>
    <dgm:cxn modelId="{04FB7554-FD04-479B-BB9C-2756A312844F}" srcId="{7AABDE89-2DF3-42B8-8A9E-D04E33CF7C61}" destId="{EEE1C4C3-9422-4A6A-B62A-D9119B38A2A6}" srcOrd="2" destOrd="0" parTransId="{9611C4FE-9433-448F-BC68-E76BAB991393}" sibTransId="{AEFC0AE4-FB71-4768-A522-A6057BCC3669}"/>
    <dgm:cxn modelId="{6D5D1877-9C35-4874-A2F9-FB15577CA71F}" type="presOf" srcId="{80165C45-D03E-428C-A5E4-455D48289617}" destId="{13BA2AED-0893-4EE7-A222-211FBA1CFAFF}" srcOrd="0" destOrd="0" presId="urn:microsoft.com/office/officeart/2005/8/layout/chevron2"/>
    <dgm:cxn modelId="{3D0E2578-8CFE-4F72-A699-A778FAF301E4}" type="presOf" srcId="{C7EC0AAE-7FCD-4F83-9A69-C5273C585E66}" destId="{B0080E8C-1504-40E4-B920-71CFAD0D6401}" srcOrd="0" destOrd="0" presId="urn:microsoft.com/office/officeart/2005/8/layout/chevron2"/>
    <dgm:cxn modelId="{3B8F3A8D-540C-49BD-8D93-A6E629654D9F}" srcId="{5780C5A8-964C-4AD0-8D1B-07B21F3462B8}" destId="{89554F3B-4D42-4DB6-BD30-E2B74428179B}" srcOrd="0" destOrd="0" parTransId="{BFB908B6-8D60-4B88-81E1-8D504E9CF877}" sibTransId="{A4E6ADD0-6F14-4FDA-9F3B-7C5FC1BBD669}"/>
    <dgm:cxn modelId="{027A3D9A-8562-4904-A80F-F2EF3D7BD1A7}" type="presOf" srcId="{398A2FBB-12C7-4DC2-85E0-0AAE7C89F32D}" destId="{352058EA-7C6E-465E-8D87-5561A7D86865}" srcOrd="0" destOrd="0" presId="urn:microsoft.com/office/officeart/2005/8/layout/chevron2"/>
    <dgm:cxn modelId="{EE55D4A3-A404-4606-B49F-A4DD2C5000F2}" srcId="{7AABDE89-2DF3-42B8-8A9E-D04E33CF7C61}" destId="{66A1DADB-8812-4B8E-AF8B-2B31BBEFA87B}" srcOrd="0" destOrd="0" parTransId="{4EAB7120-D29D-450E-9996-352FCEEA5A1C}" sibTransId="{3FF11C20-E58C-4E35-A018-AB24B6F41C20}"/>
    <dgm:cxn modelId="{D64076A6-3A13-4548-AAE4-46CB004E7A20}" type="presOf" srcId="{B1582B5C-B941-465F-9071-E425ABF553D7}" destId="{07C63035-E613-4D15-A020-D396485DD76E}" srcOrd="0" destOrd="0" presId="urn:microsoft.com/office/officeart/2005/8/layout/chevron2"/>
    <dgm:cxn modelId="{AD7DE9AF-ED7B-45B2-925C-39DC03BCB914}" type="presOf" srcId="{EEE1C4C3-9422-4A6A-B62A-D9119B38A2A6}" destId="{8891436A-DB93-4905-BE8B-428E767B6DCA}" srcOrd="0" destOrd="0" presId="urn:microsoft.com/office/officeart/2005/8/layout/chevron2"/>
    <dgm:cxn modelId="{7FA1ACBF-F914-4460-A2C1-F46360CADCFB}" type="presOf" srcId="{66A1DADB-8812-4B8E-AF8B-2B31BBEFA87B}" destId="{815E5DB8-94B4-4BAA-889A-30D3EDFC9304}" srcOrd="0" destOrd="0" presId="urn:microsoft.com/office/officeart/2005/8/layout/chevron2"/>
    <dgm:cxn modelId="{39CB31CC-9E97-4B1B-8118-332B8F9A70F6}" srcId="{7AABDE89-2DF3-42B8-8A9E-D04E33CF7C61}" destId="{B1582B5C-B941-465F-9071-E425ABF553D7}" srcOrd="3" destOrd="0" parTransId="{CEB1EDF0-930B-4A25-BAA7-7AE9F7E140DD}" sibTransId="{7AE9E4BF-7EDD-4596-A2EC-5B0BA70F6751}"/>
    <dgm:cxn modelId="{59F621DB-385E-49A6-B6BA-C511C233D917}" type="presOf" srcId="{AF607ADE-BADB-4688-A4E1-1C820D54F4D1}" destId="{AA5D50E4-3D91-4496-B788-DFB81E7C7C78}" srcOrd="0" destOrd="0" presId="urn:microsoft.com/office/officeart/2005/8/layout/chevron2"/>
    <dgm:cxn modelId="{626303DC-A578-4871-BAD5-410003F795C2}" srcId="{66A1DADB-8812-4B8E-AF8B-2B31BBEFA87B}" destId="{AF607ADE-BADB-4688-A4E1-1C820D54F4D1}" srcOrd="0" destOrd="0" parTransId="{FE607292-C101-4F7B-9869-8B8EBEAB5305}" sibTransId="{032CDBA8-7B73-4008-A11A-43830543CE2F}"/>
    <dgm:cxn modelId="{AF4856DE-F4B0-43EB-8290-F34C37D6C432}" srcId="{7AABDE89-2DF3-42B8-8A9E-D04E33CF7C61}" destId="{1A662763-156B-4D1E-93D7-C05D2449A69B}" srcOrd="5" destOrd="0" parTransId="{65CAB722-4F62-4277-87E5-33D3E51AB7C7}" sibTransId="{23C00014-566D-4832-9DDF-9A3D60B177E0}"/>
    <dgm:cxn modelId="{8A9674F3-AA6B-4EA2-B1E6-202C4E2BF431}" srcId="{7AABDE89-2DF3-42B8-8A9E-D04E33CF7C61}" destId="{73C31759-3BAE-4C7D-BE13-D57F4CE22CBA}" srcOrd="4" destOrd="0" parTransId="{7A3E836B-124E-44F3-A4F4-5FAF5C6E0A8D}" sibTransId="{91BC45AF-E643-41F8-9A40-D3610A89072F}"/>
    <dgm:cxn modelId="{A2A367FF-551C-4722-8B9F-B3C76C7790F8}" type="presOf" srcId="{89554F3B-4D42-4DB6-BD30-E2B74428179B}" destId="{FB161D2D-E182-483D-810F-F3A308B40F0D}" srcOrd="0" destOrd="0" presId="urn:microsoft.com/office/officeart/2005/8/layout/chevron2"/>
    <dgm:cxn modelId="{D147B379-2327-49EC-910E-69E3EF2F7FA9}" type="presParOf" srcId="{27672249-1B98-4100-847C-52B92C670E6B}" destId="{221C4928-4087-4BE3-9920-9AFA02B300B7}" srcOrd="0" destOrd="0" presId="urn:microsoft.com/office/officeart/2005/8/layout/chevron2"/>
    <dgm:cxn modelId="{3B07A264-0C7C-4F06-A0BA-21DD7ED83979}" type="presParOf" srcId="{221C4928-4087-4BE3-9920-9AFA02B300B7}" destId="{815E5DB8-94B4-4BAA-889A-30D3EDFC9304}" srcOrd="0" destOrd="0" presId="urn:microsoft.com/office/officeart/2005/8/layout/chevron2"/>
    <dgm:cxn modelId="{0466610E-33BD-4022-A400-65E069B91E86}" type="presParOf" srcId="{221C4928-4087-4BE3-9920-9AFA02B300B7}" destId="{AA5D50E4-3D91-4496-B788-DFB81E7C7C78}" srcOrd="1" destOrd="0" presId="urn:microsoft.com/office/officeart/2005/8/layout/chevron2"/>
    <dgm:cxn modelId="{D928B1B8-00FB-4BEA-A689-4A1710974A57}" type="presParOf" srcId="{27672249-1B98-4100-847C-52B92C670E6B}" destId="{4809AEF6-CA3C-477C-A804-88BCA611C33A}" srcOrd="1" destOrd="0" presId="urn:microsoft.com/office/officeart/2005/8/layout/chevron2"/>
    <dgm:cxn modelId="{5851454C-90DB-4057-9CFE-035FBE63E1EA}" type="presParOf" srcId="{27672249-1B98-4100-847C-52B92C670E6B}" destId="{75F3934C-DED9-4FF5-BEA8-B50CA7F1E2DB}" srcOrd="2" destOrd="0" presId="urn:microsoft.com/office/officeart/2005/8/layout/chevron2"/>
    <dgm:cxn modelId="{A99B231F-55B2-4569-8441-316D687D4DB9}" type="presParOf" srcId="{75F3934C-DED9-4FF5-BEA8-B50CA7F1E2DB}" destId="{5E0114E0-691B-4E79-ABD3-3B7E0558B88C}" srcOrd="0" destOrd="0" presId="urn:microsoft.com/office/officeart/2005/8/layout/chevron2"/>
    <dgm:cxn modelId="{EE9240A8-D085-4FBB-B4FC-AD71315A1ACA}" type="presParOf" srcId="{75F3934C-DED9-4FF5-BEA8-B50CA7F1E2DB}" destId="{FB161D2D-E182-483D-810F-F3A308B40F0D}" srcOrd="1" destOrd="0" presId="urn:microsoft.com/office/officeart/2005/8/layout/chevron2"/>
    <dgm:cxn modelId="{6B56D360-CCFC-499A-89E4-85D8B7B902D1}" type="presParOf" srcId="{27672249-1B98-4100-847C-52B92C670E6B}" destId="{8C02E8A0-B792-441C-ADFC-152E5098BFDE}" srcOrd="3" destOrd="0" presId="urn:microsoft.com/office/officeart/2005/8/layout/chevron2"/>
    <dgm:cxn modelId="{DEFAEC49-0301-4DA6-854F-62B66FB99ECE}" type="presParOf" srcId="{27672249-1B98-4100-847C-52B92C670E6B}" destId="{438AFCC1-846A-4F25-A961-9FC16017885B}" srcOrd="4" destOrd="0" presId="urn:microsoft.com/office/officeart/2005/8/layout/chevron2"/>
    <dgm:cxn modelId="{67F6466E-DD28-4A9E-9A14-282FA0682FA7}" type="presParOf" srcId="{438AFCC1-846A-4F25-A961-9FC16017885B}" destId="{8891436A-DB93-4905-BE8B-428E767B6DCA}" srcOrd="0" destOrd="0" presId="urn:microsoft.com/office/officeart/2005/8/layout/chevron2"/>
    <dgm:cxn modelId="{BE521C32-FAB1-4A0C-973E-70DAC712EA6F}" type="presParOf" srcId="{438AFCC1-846A-4F25-A961-9FC16017885B}" destId="{B0080E8C-1504-40E4-B920-71CFAD0D6401}" srcOrd="1" destOrd="0" presId="urn:microsoft.com/office/officeart/2005/8/layout/chevron2"/>
    <dgm:cxn modelId="{1E4EFAF9-5C8C-49B2-96C8-3B95D26A9B59}" type="presParOf" srcId="{27672249-1B98-4100-847C-52B92C670E6B}" destId="{1DB163BD-F049-4EF6-8BF6-747DBF8E8B31}" srcOrd="5" destOrd="0" presId="urn:microsoft.com/office/officeart/2005/8/layout/chevron2"/>
    <dgm:cxn modelId="{F93B677A-7D53-4F4C-95F7-99B8F6BE479D}" type="presParOf" srcId="{27672249-1B98-4100-847C-52B92C670E6B}" destId="{CF020D9B-61C6-4758-9A2E-32A1325F85A2}" srcOrd="6" destOrd="0" presId="urn:microsoft.com/office/officeart/2005/8/layout/chevron2"/>
    <dgm:cxn modelId="{9C1CC75E-5739-4853-9616-FEBA08C0E492}" type="presParOf" srcId="{CF020D9B-61C6-4758-9A2E-32A1325F85A2}" destId="{07C63035-E613-4D15-A020-D396485DD76E}" srcOrd="0" destOrd="0" presId="urn:microsoft.com/office/officeart/2005/8/layout/chevron2"/>
    <dgm:cxn modelId="{90E8FE40-7B7C-45B1-AF62-5196DEF7471B}" type="presParOf" srcId="{CF020D9B-61C6-4758-9A2E-32A1325F85A2}" destId="{943DF4B8-B401-4A9A-A868-134EAE245ADA}" srcOrd="1" destOrd="0" presId="urn:microsoft.com/office/officeart/2005/8/layout/chevron2"/>
    <dgm:cxn modelId="{624E94C5-DE35-47B2-A1DE-E2611CA70B4B}" type="presParOf" srcId="{27672249-1B98-4100-847C-52B92C670E6B}" destId="{54C7A948-9F1D-4D03-95B9-BED70C2E9D2D}" srcOrd="7" destOrd="0" presId="urn:microsoft.com/office/officeart/2005/8/layout/chevron2"/>
    <dgm:cxn modelId="{FA6EC673-DA86-4B32-AC46-4F20BCAF32D1}" type="presParOf" srcId="{27672249-1B98-4100-847C-52B92C670E6B}" destId="{B0411D1E-833B-4286-880A-44AF49303015}" srcOrd="8" destOrd="0" presId="urn:microsoft.com/office/officeart/2005/8/layout/chevron2"/>
    <dgm:cxn modelId="{066FD664-0E6F-4FC9-A79F-607CD4706C48}" type="presParOf" srcId="{B0411D1E-833B-4286-880A-44AF49303015}" destId="{DE83DDD0-49CA-444F-A0CC-7B32FE30CC51}" srcOrd="0" destOrd="0" presId="urn:microsoft.com/office/officeart/2005/8/layout/chevron2"/>
    <dgm:cxn modelId="{40C6A872-0EB3-4AD2-99FA-40886461DAD2}" type="presParOf" srcId="{B0411D1E-833B-4286-880A-44AF49303015}" destId="{13BA2AED-0893-4EE7-A222-211FBA1CFAFF}" srcOrd="1" destOrd="0" presId="urn:microsoft.com/office/officeart/2005/8/layout/chevron2"/>
    <dgm:cxn modelId="{295E91DA-EFC9-4376-AA05-512EA990F99C}" type="presParOf" srcId="{27672249-1B98-4100-847C-52B92C670E6B}" destId="{47F8F087-BAA7-4C95-BE5D-BC4AE0181581}" srcOrd="9" destOrd="0" presId="urn:microsoft.com/office/officeart/2005/8/layout/chevron2"/>
    <dgm:cxn modelId="{59F808B7-B350-499D-959A-CD55EEA9D7CF}" type="presParOf" srcId="{27672249-1B98-4100-847C-52B92C670E6B}" destId="{9824A115-13FD-4AD4-9104-2011EDE23B35}" srcOrd="10" destOrd="0" presId="urn:microsoft.com/office/officeart/2005/8/layout/chevron2"/>
    <dgm:cxn modelId="{BB57578F-9DAE-49A6-8A31-0F785EDB7736}" type="presParOf" srcId="{9824A115-13FD-4AD4-9104-2011EDE23B35}" destId="{F22DB927-09A8-4C61-813C-06C2A7BE8B57}" srcOrd="0" destOrd="0" presId="urn:microsoft.com/office/officeart/2005/8/layout/chevron2"/>
    <dgm:cxn modelId="{0A8EE74A-8656-4F22-AA6B-A419F6EF305F}" type="presParOf" srcId="{9824A115-13FD-4AD4-9104-2011EDE23B35}" destId="{352058EA-7C6E-465E-8D87-5561A7D8686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81B002-D353-4FA1-9BA8-4D4D573A383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0831238-C6AB-4765-86C3-8225BF64F8A1}">
      <dgm:prSet/>
      <dgm:spPr/>
      <dgm:t>
        <a:bodyPr/>
        <a:lstStyle/>
        <a:p>
          <a:r>
            <a:rPr lang="en-US"/>
            <a:t>Passive: watching without guidance</a:t>
          </a:r>
        </a:p>
      </dgm:t>
    </dgm:pt>
    <dgm:pt modelId="{0D46FD09-8146-4B80-B963-3944C869352B}" type="parTrans" cxnId="{1AE4733F-3621-481C-8B04-8D2A81D9EF45}">
      <dgm:prSet/>
      <dgm:spPr/>
      <dgm:t>
        <a:bodyPr/>
        <a:lstStyle/>
        <a:p>
          <a:endParaRPr lang="en-US"/>
        </a:p>
      </dgm:t>
    </dgm:pt>
    <dgm:pt modelId="{42F0863C-744C-47C8-890F-C7264CEA7446}" type="sibTrans" cxnId="{1AE4733F-3621-481C-8B04-8D2A81D9EF45}">
      <dgm:prSet/>
      <dgm:spPr/>
      <dgm:t>
        <a:bodyPr/>
        <a:lstStyle/>
        <a:p>
          <a:endParaRPr lang="en-US"/>
        </a:p>
      </dgm:t>
    </dgm:pt>
    <dgm:pt modelId="{4E18DD67-672D-4327-8838-4979D8A5A9B8}">
      <dgm:prSet/>
      <dgm:spPr/>
      <dgm:t>
        <a:bodyPr/>
        <a:lstStyle/>
        <a:p>
          <a:r>
            <a:rPr lang="en-US"/>
            <a:t>No embedded questions or follow-up tasks</a:t>
          </a:r>
        </a:p>
      </dgm:t>
    </dgm:pt>
    <dgm:pt modelId="{E53D23F6-5BAF-4404-A0CC-36AFFEE5AEDE}" type="parTrans" cxnId="{86496B10-CAFE-4964-B885-D3C621AC5986}">
      <dgm:prSet/>
      <dgm:spPr/>
      <dgm:t>
        <a:bodyPr/>
        <a:lstStyle/>
        <a:p>
          <a:endParaRPr lang="en-US"/>
        </a:p>
      </dgm:t>
    </dgm:pt>
    <dgm:pt modelId="{EA5D65C2-1105-4240-A698-018AB8729047}" type="sibTrans" cxnId="{86496B10-CAFE-4964-B885-D3C621AC5986}">
      <dgm:prSet/>
      <dgm:spPr/>
      <dgm:t>
        <a:bodyPr/>
        <a:lstStyle/>
        <a:p>
          <a:endParaRPr lang="en-US"/>
        </a:p>
      </dgm:t>
    </dgm:pt>
    <dgm:pt modelId="{4C5BA12B-023D-452B-ACCA-B52218F36C52}">
      <dgm:prSet/>
      <dgm:spPr/>
      <dgm:t>
        <a:bodyPr/>
        <a:lstStyle/>
        <a:p>
          <a:r>
            <a:rPr lang="en-US"/>
            <a:t>Active: pause-and-predict</a:t>
          </a:r>
        </a:p>
      </dgm:t>
    </dgm:pt>
    <dgm:pt modelId="{40B5CF8D-FEB5-43D2-BF67-BDED40E4562A}" type="parTrans" cxnId="{6095F037-2EDC-4AEB-AC21-8B6339CA759B}">
      <dgm:prSet/>
      <dgm:spPr/>
      <dgm:t>
        <a:bodyPr/>
        <a:lstStyle/>
        <a:p>
          <a:endParaRPr lang="en-US"/>
        </a:p>
      </dgm:t>
    </dgm:pt>
    <dgm:pt modelId="{78181EF1-0302-4B0B-AE01-596BE07E59FB}" type="sibTrans" cxnId="{6095F037-2EDC-4AEB-AC21-8B6339CA759B}">
      <dgm:prSet/>
      <dgm:spPr/>
      <dgm:t>
        <a:bodyPr/>
        <a:lstStyle/>
        <a:p>
          <a:endParaRPr lang="en-US"/>
        </a:p>
      </dgm:t>
    </dgm:pt>
    <dgm:pt modelId="{5A7E363F-8F12-4002-8060-AC22F91B6A8C}">
      <dgm:prSet/>
      <dgm:spPr/>
      <dgm:t>
        <a:bodyPr/>
        <a:lstStyle/>
        <a:p>
          <a:r>
            <a:rPr lang="en-US"/>
            <a:t>Guided note-taking and reflection</a:t>
          </a:r>
        </a:p>
      </dgm:t>
    </dgm:pt>
    <dgm:pt modelId="{44FDE227-4CCC-4777-9AB9-B968C8C0592B}" type="parTrans" cxnId="{69EE3BFF-BE3D-4637-8F7E-EFC85FE5CA8F}">
      <dgm:prSet/>
      <dgm:spPr/>
      <dgm:t>
        <a:bodyPr/>
        <a:lstStyle/>
        <a:p>
          <a:endParaRPr lang="en-US"/>
        </a:p>
      </dgm:t>
    </dgm:pt>
    <dgm:pt modelId="{76AEA4A1-FBA5-43C5-88D2-888AC0B2E730}" type="sibTrans" cxnId="{69EE3BFF-BE3D-4637-8F7E-EFC85FE5CA8F}">
      <dgm:prSet/>
      <dgm:spPr/>
      <dgm:t>
        <a:bodyPr/>
        <a:lstStyle/>
        <a:p>
          <a:endParaRPr lang="en-US"/>
        </a:p>
      </dgm:t>
    </dgm:pt>
    <dgm:pt modelId="{9E975CFE-03AB-4C2F-A21E-BBD97F869403}">
      <dgm:prSet/>
      <dgm:spPr/>
      <dgm:t>
        <a:bodyPr/>
        <a:lstStyle/>
        <a:p>
          <a:r>
            <a:rPr lang="en-US"/>
            <a:t>Embedded quizzes and problem solving</a:t>
          </a:r>
        </a:p>
      </dgm:t>
    </dgm:pt>
    <dgm:pt modelId="{16DA3C0E-D152-426E-AD3A-EA66421C9AFD}" type="parTrans" cxnId="{F96AF6EF-0476-4491-B46E-3A78FE491C57}">
      <dgm:prSet/>
      <dgm:spPr/>
      <dgm:t>
        <a:bodyPr/>
        <a:lstStyle/>
        <a:p>
          <a:endParaRPr lang="en-US"/>
        </a:p>
      </dgm:t>
    </dgm:pt>
    <dgm:pt modelId="{7B5CCC96-7E50-4A4A-A29F-0325FF1384D3}" type="sibTrans" cxnId="{F96AF6EF-0476-4491-B46E-3A78FE491C57}">
      <dgm:prSet/>
      <dgm:spPr/>
      <dgm:t>
        <a:bodyPr/>
        <a:lstStyle/>
        <a:p>
          <a:endParaRPr lang="en-US"/>
        </a:p>
      </dgm:t>
    </dgm:pt>
    <dgm:pt modelId="{F4CFC163-E427-44B3-B85D-799609FAE292}" type="pres">
      <dgm:prSet presAssocID="{4E81B002-D353-4FA1-9BA8-4D4D573A383E}" presName="outerComposite" presStyleCnt="0">
        <dgm:presLayoutVars>
          <dgm:chMax val="5"/>
          <dgm:dir/>
          <dgm:resizeHandles val="exact"/>
        </dgm:presLayoutVars>
      </dgm:prSet>
      <dgm:spPr/>
    </dgm:pt>
    <dgm:pt modelId="{8103759E-9127-4756-A37F-33D6DC5AD6DA}" type="pres">
      <dgm:prSet presAssocID="{4E81B002-D353-4FA1-9BA8-4D4D573A383E}" presName="dummyMaxCanvas" presStyleCnt="0">
        <dgm:presLayoutVars/>
      </dgm:prSet>
      <dgm:spPr/>
    </dgm:pt>
    <dgm:pt modelId="{D8F987B5-2E18-431D-8139-F71860EC0496}" type="pres">
      <dgm:prSet presAssocID="{4E81B002-D353-4FA1-9BA8-4D4D573A383E}" presName="FiveNodes_1" presStyleLbl="node1" presStyleIdx="0" presStyleCnt="5">
        <dgm:presLayoutVars>
          <dgm:bulletEnabled val="1"/>
        </dgm:presLayoutVars>
      </dgm:prSet>
      <dgm:spPr/>
    </dgm:pt>
    <dgm:pt modelId="{3F08C375-B0DE-4069-BD5F-15C37A4BA056}" type="pres">
      <dgm:prSet presAssocID="{4E81B002-D353-4FA1-9BA8-4D4D573A383E}" presName="FiveNodes_2" presStyleLbl="node1" presStyleIdx="1" presStyleCnt="5">
        <dgm:presLayoutVars>
          <dgm:bulletEnabled val="1"/>
        </dgm:presLayoutVars>
      </dgm:prSet>
      <dgm:spPr/>
    </dgm:pt>
    <dgm:pt modelId="{B9A2BB0B-4A54-4DC7-BE4F-5B08F800D73E}" type="pres">
      <dgm:prSet presAssocID="{4E81B002-D353-4FA1-9BA8-4D4D573A383E}" presName="FiveNodes_3" presStyleLbl="node1" presStyleIdx="2" presStyleCnt="5">
        <dgm:presLayoutVars>
          <dgm:bulletEnabled val="1"/>
        </dgm:presLayoutVars>
      </dgm:prSet>
      <dgm:spPr/>
    </dgm:pt>
    <dgm:pt modelId="{8CD25F68-FE83-42DA-B64B-144965543785}" type="pres">
      <dgm:prSet presAssocID="{4E81B002-D353-4FA1-9BA8-4D4D573A383E}" presName="FiveNodes_4" presStyleLbl="node1" presStyleIdx="3" presStyleCnt="5">
        <dgm:presLayoutVars>
          <dgm:bulletEnabled val="1"/>
        </dgm:presLayoutVars>
      </dgm:prSet>
      <dgm:spPr/>
    </dgm:pt>
    <dgm:pt modelId="{5C6F8C02-7923-42CD-A446-D40917A733BD}" type="pres">
      <dgm:prSet presAssocID="{4E81B002-D353-4FA1-9BA8-4D4D573A383E}" presName="FiveNodes_5" presStyleLbl="node1" presStyleIdx="4" presStyleCnt="5">
        <dgm:presLayoutVars>
          <dgm:bulletEnabled val="1"/>
        </dgm:presLayoutVars>
      </dgm:prSet>
      <dgm:spPr/>
    </dgm:pt>
    <dgm:pt modelId="{7EED4C52-0C3B-4244-9CBD-6A0A48129D89}" type="pres">
      <dgm:prSet presAssocID="{4E81B002-D353-4FA1-9BA8-4D4D573A383E}" presName="FiveConn_1-2" presStyleLbl="fgAccFollowNode1" presStyleIdx="0" presStyleCnt="4">
        <dgm:presLayoutVars>
          <dgm:bulletEnabled val="1"/>
        </dgm:presLayoutVars>
      </dgm:prSet>
      <dgm:spPr/>
    </dgm:pt>
    <dgm:pt modelId="{54E022D3-57FB-452D-966F-35D7BC309C91}" type="pres">
      <dgm:prSet presAssocID="{4E81B002-D353-4FA1-9BA8-4D4D573A383E}" presName="FiveConn_2-3" presStyleLbl="fgAccFollowNode1" presStyleIdx="1" presStyleCnt="4">
        <dgm:presLayoutVars>
          <dgm:bulletEnabled val="1"/>
        </dgm:presLayoutVars>
      </dgm:prSet>
      <dgm:spPr/>
    </dgm:pt>
    <dgm:pt modelId="{B6BE65DC-FB10-4404-9E31-9F3C94C0E93A}" type="pres">
      <dgm:prSet presAssocID="{4E81B002-D353-4FA1-9BA8-4D4D573A383E}" presName="FiveConn_3-4" presStyleLbl="fgAccFollowNode1" presStyleIdx="2" presStyleCnt="4">
        <dgm:presLayoutVars>
          <dgm:bulletEnabled val="1"/>
        </dgm:presLayoutVars>
      </dgm:prSet>
      <dgm:spPr/>
    </dgm:pt>
    <dgm:pt modelId="{B4508B75-EACF-4586-A014-BC422A805546}" type="pres">
      <dgm:prSet presAssocID="{4E81B002-D353-4FA1-9BA8-4D4D573A383E}" presName="FiveConn_4-5" presStyleLbl="fgAccFollowNode1" presStyleIdx="3" presStyleCnt="4">
        <dgm:presLayoutVars>
          <dgm:bulletEnabled val="1"/>
        </dgm:presLayoutVars>
      </dgm:prSet>
      <dgm:spPr/>
    </dgm:pt>
    <dgm:pt modelId="{D8E6DBD3-2A5D-4079-BE6C-1B666D4D13DA}" type="pres">
      <dgm:prSet presAssocID="{4E81B002-D353-4FA1-9BA8-4D4D573A383E}" presName="FiveNodes_1_text" presStyleLbl="node1" presStyleIdx="4" presStyleCnt="5">
        <dgm:presLayoutVars>
          <dgm:bulletEnabled val="1"/>
        </dgm:presLayoutVars>
      </dgm:prSet>
      <dgm:spPr/>
    </dgm:pt>
    <dgm:pt modelId="{B8E21392-BD6C-43C4-B52C-600D2453B3B6}" type="pres">
      <dgm:prSet presAssocID="{4E81B002-D353-4FA1-9BA8-4D4D573A383E}" presName="FiveNodes_2_text" presStyleLbl="node1" presStyleIdx="4" presStyleCnt="5">
        <dgm:presLayoutVars>
          <dgm:bulletEnabled val="1"/>
        </dgm:presLayoutVars>
      </dgm:prSet>
      <dgm:spPr/>
    </dgm:pt>
    <dgm:pt modelId="{56E8CE95-725B-4902-B917-37D9C9955D06}" type="pres">
      <dgm:prSet presAssocID="{4E81B002-D353-4FA1-9BA8-4D4D573A383E}" presName="FiveNodes_3_text" presStyleLbl="node1" presStyleIdx="4" presStyleCnt="5">
        <dgm:presLayoutVars>
          <dgm:bulletEnabled val="1"/>
        </dgm:presLayoutVars>
      </dgm:prSet>
      <dgm:spPr/>
    </dgm:pt>
    <dgm:pt modelId="{6BE44162-6356-4E86-9F10-F0701E5F789B}" type="pres">
      <dgm:prSet presAssocID="{4E81B002-D353-4FA1-9BA8-4D4D573A383E}" presName="FiveNodes_4_text" presStyleLbl="node1" presStyleIdx="4" presStyleCnt="5">
        <dgm:presLayoutVars>
          <dgm:bulletEnabled val="1"/>
        </dgm:presLayoutVars>
      </dgm:prSet>
      <dgm:spPr/>
    </dgm:pt>
    <dgm:pt modelId="{A27817A4-A401-45CA-BCD1-4715D6969C7D}" type="pres">
      <dgm:prSet presAssocID="{4E81B002-D353-4FA1-9BA8-4D4D573A383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6496B10-CAFE-4964-B885-D3C621AC5986}" srcId="{4E81B002-D353-4FA1-9BA8-4D4D573A383E}" destId="{4E18DD67-672D-4327-8838-4979D8A5A9B8}" srcOrd="1" destOrd="0" parTransId="{E53D23F6-5BAF-4404-A0CC-36AFFEE5AEDE}" sibTransId="{EA5D65C2-1105-4240-A698-018AB8729047}"/>
    <dgm:cxn modelId="{AF69CC10-68D1-4B45-B835-B59244112A3B}" type="presOf" srcId="{4E18DD67-672D-4327-8838-4979D8A5A9B8}" destId="{B8E21392-BD6C-43C4-B52C-600D2453B3B6}" srcOrd="1" destOrd="0" presId="urn:microsoft.com/office/officeart/2005/8/layout/vProcess5"/>
    <dgm:cxn modelId="{25FB5230-EA90-4400-9C94-E625EA337D6D}" type="presOf" srcId="{EA5D65C2-1105-4240-A698-018AB8729047}" destId="{54E022D3-57FB-452D-966F-35D7BC309C91}" srcOrd="0" destOrd="0" presId="urn:microsoft.com/office/officeart/2005/8/layout/vProcess5"/>
    <dgm:cxn modelId="{6095F037-2EDC-4AEB-AC21-8B6339CA759B}" srcId="{4E81B002-D353-4FA1-9BA8-4D4D573A383E}" destId="{4C5BA12B-023D-452B-ACCA-B52218F36C52}" srcOrd="2" destOrd="0" parTransId="{40B5CF8D-FEB5-43D2-BF67-BDED40E4562A}" sibTransId="{78181EF1-0302-4B0B-AE01-596BE07E59FB}"/>
    <dgm:cxn modelId="{1AE4733F-3621-481C-8B04-8D2A81D9EF45}" srcId="{4E81B002-D353-4FA1-9BA8-4D4D573A383E}" destId="{50831238-C6AB-4765-86C3-8225BF64F8A1}" srcOrd="0" destOrd="0" parTransId="{0D46FD09-8146-4B80-B963-3944C869352B}" sibTransId="{42F0863C-744C-47C8-890F-C7264CEA7446}"/>
    <dgm:cxn modelId="{FB780548-E2F6-4CB1-BFA5-619653496F0C}" type="presOf" srcId="{4E18DD67-672D-4327-8838-4979D8A5A9B8}" destId="{3F08C375-B0DE-4069-BD5F-15C37A4BA056}" srcOrd="0" destOrd="0" presId="urn:microsoft.com/office/officeart/2005/8/layout/vProcess5"/>
    <dgm:cxn modelId="{FE0EC66D-0279-4F26-8D77-9387FE647F22}" type="presOf" srcId="{4E81B002-D353-4FA1-9BA8-4D4D573A383E}" destId="{F4CFC163-E427-44B3-B85D-799609FAE292}" srcOrd="0" destOrd="0" presId="urn:microsoft.com/office/officeart/2005/8/layout/vProcess5"/>
    <dgm:cxn modelId="{6283AD51-B587-4A65-8AAD-6F11F11587CE}" type="presOf" srcId="{5A7E363F-8F12-4002-8060-AC22F91B6A8C}" destId="{8CD25F68-FE83-42DA-B64B-144965543785}" srcOrd="0" destOrd="0" presId="urn:microsoft.com/office/officeart/2005/8/layout/vProcess5"/>
    <dgm:cxn modelId="{A54AEA51-5B8C-4E38-B483-1A725DC78C1A}" type="presOf" srcId="{9E975CFE-03AB-4C2F-A21E-BBD97F869403}" destId="{A27817A4-A401-45CA-BCD1-4715D6969C7D}" srcOrd="1" destOrd="0" presId="urn:microsoft.com/office/officeart/2005/8/layout/vProcess5"/>
    <dgm:cxn modelId="{D46B8253-DA9A-498F-8FDE-3270B291D5E1}" type="presOf" srcId="{5A7E363F-8F12-4002-8060-AC22F91B6A8C}" destId="{6BE44162-6356-4E86-9F10-F0701E5F789B}" srcOrd="1" destOrd="0" presId="urn:microsoft.com/office/officeart/2005/8/layout/vProcess5"/>
    <dgm:cxn modelId="{E3ADBA58-2FF4-4C73-90A5-3AF54EA58D6F}" type="presOf" srcId="{50831238-C6AB-4765-86C3-8225BF64F8A1}" destId="{D8F987B5-2E18-431D-8139-F71860EC0496}" srcOrd="0" destOrd="0" presId="urn:microsoft.com/office/officeart/2005/8/layout/vProcess5"/>
    <dgm:cxn modelId="{3982DA7D-D3C6-4AF4-B0D0-49CEC4BD9489}" type="presOf" srcId="{4C5BA12B-023D-452B-ACCA-B52218F36C52}" destId="{56E8CE95-725B-4902-B917-37D9C9955D06}" srcOrd="1" destOrd="0" presId="urn:microsoft.com/office/officeart/2005/8/layout/vProcess5"/>
    <dgm:cxn modelId="{48183DAA-737B-4F0A-AFAA-994DAB8A906E}" type="presOf" srcId="{50831238-C6AB-4765-86C3-8225BF64F8A1}" destId="{D8E6DBD3-2A5D-4079-BE6C-1B666D4D13DA}" srcOrd="1" destOrd="0" presId="urn:microsoft.com/office/officeart/2005/8/layout/vProcess5"/>
    <dgm:cxn modelId="{1F7823C7-9B6F-455E-B791-DD13D068BD91}" type="presOf" srcId="{78181EF1-0302-4B0B-AE01-596BE07E59FB}" destId="{B6BE65DC-FB10-4404-9E31-9F3C94C0E93A}" srcOrd="0" destOrd="0" presId="urn:microsoft.com/office/officeart/2005/8/layout/vProcess5"/>
    <dgm:cxn modelId="{7B7E09D9-ADDC-4834-8C1C-035BDAA09632}" type="presOf" srcId="{4C5BA12B-023D-452B-ACCA-B52218F36C52}" destId="{B9A2BB0B-4A54-4DC7-BE4F-5B08F800D73E}" srcOrd="0" destOrd="0" presId="urn:microsoft.com/office/officeart/2005/8/layout/vProcess5"/>
    <dgm:cxn modelId="{B9D5D6DB-2807-4DD3-B2A3-761FD993B82A}" type="presOf" srcId="{9E975CFE-03AB-4C2F-A21E-BBD97F869403}" destId="{5C6F8C02-7923-42CD-A446-D40917A733BD}" srcOrd="0" destOrd="0" presId="urn:microsoft.com/office/officeart/2005/8/layout/vProcess5"/>
    <dgm:cxn modelId="{F7234ADC-34CA-4098-A2F9-D9CFF840EA0F}" type="presOf" srcId="{42F0863C-744C-47C8-890F-C7264CEA7446}" destId="{7EED4C52-0C3B-4244-9CBD-6A0A48129D89}" srcOrd="0" destOrd="0" presId="urn:microsoft.com/office/officeart/2005/8/layout/vProcess5"/>
    <dgm:cxn modelId="{F96AF6EF-0476-4491-B46E-3A78FE491C57}" srcId="{4E81B002-D353-4FA1-9BA8-4D4D573A383E}" destId="{9E975CFE-03AB-4C2F-A21E-BBD97F869403}" srcOrd="4" destOrd="0" parTransId="{16DA3C0E-D152-426E-AD3A-EA66421C9AFD}" sibTransId="{7B5CCC96-7E50-4A4A-A29F-0325FF1384D3}"/>
    <dgm:cxn modelId="{69EE3BFF-BE3D-4637-8F7E-EFC85FE5CA8F}" srcId="{4E81B002-D353-4FA1-9BA8-4D4D573A383E}" destId="{5A7E363F-8F12-4002-8060-AC22F91B6A8C}" srcOrd="3" destOrd="0" parTransId="{44FDE227-4CCC-4777-9AB9-B968C8C0592B}" sibTransId="{76AEA4A1-FBA5-43C5-88D2-888AC0B2E730}"/>
    <dgm:cxn modelId="{7FD3DBFF-EFF8-4719-86C6-087046E2D7BE}" type="presOf" srcId="{76AEA4A1-FBA5-43C5-88D2-888AC0B2E730}" destId="{B4508B75-EACF-4586-A014-BC422A805546}" srcOrd="0" destOrd="0" presId="urn:microsoft.com/office/officeart/2005/8/layout/vProcess5"/>
    <dgm:cxn modelId="{C3199BB1-51C2-4F16-83A7-3B88C4921E7C}" type="presParOf" srcId="{F4CFC163-E427-44B3-B85D-799609FAE292}" destId="{8103759E-9127-4756-A37F-33D6DC5AD6DA}" srcOrd="0" destOrd="0" presId="urn:microsoft.com/office/officeart/2005/8/layout/vProcess5"/>
    <dgm:cxn modelId="{BD5B0C0D-0AFA-44C5-8623-B39F776ED355}" type="presParOf" srcId="{F4CFC163-E427-44B3-B85D-799609FAE292}" destId="{D8F987B5-2E18-431D-8139-F71860EC0496}" srcOrd="1" destOrd="0" presId="urn:microsoft.com/office/officeart/2005/8/layout/vProcess5"/>
    <dgm:cxn modelId="{0CD08473-51FC-4311-A3D9-8F0E45D3394C}" type="presParOf" srcId="{F4CFC163-E427-44B3-B85D-799609FAE292}" destId="{3F08C375-B0DE-4069-BD5F-15C37A4BA056}" srcOrd="2" destOrd="0" presId="urn:microsoft.com/office/officeart/2005/8/layout/vProcess5"/>
    <dgm:cxn modelId="{21D16F11-C29A-4090-9C79-EED7DDDD4718}" type="presParOf" srcId="{F4CFC163-E427-44B3-B85D-799609FAE292}" destId="{B9A2BB0B-4A54-4DC7-BE4F-5B08F800D73E}" srcOrd="3" destOrd="0" presId="urn:microsoft.com/office/officeart/2005/8/layout/vProcess5"/>
    <dgm:cxn modelId="{15C59DB6-075C-4943-8860-8A5AD24C0EBC}" type="presParOf" srcId="{F4CFC163-E427-44B3-B85D-799609FAE292}" destId="{8CD25F68-FE83-42DA-B64B-144965543785}" srcOrd="4" destOrd="0" presId="urn:microsoft.com/office/officeart/2005/8/layout/vProcess5"/>
    <dgm:cxn modelId="{21B7C199-BD88-4161-823D-480B2D8FBBE3}" type="presParOf" srcId="{F4CFC163-E427-44B3-B85D-799609FAE292}" destId="{5C6F8C02-7923-42CD-A446-D40917A733BD}" srcOrd="5" destOrd="0" presId="urn:microsoft.com/office/officeart/2005/8/layout/vProcess5"/>
    <dgm:cxn modelId="{630F5C44-B1B3-4718-A837-6C5EA2105241}" type="presParOf" srcId="{F4CFC163-E427-44B3-B85D-799609FAE292}" destId="{7EED4C52-0C3B-4244-9CBD-6A0A48129D89}" srcOrd="6" destOrd="0" presId="urn:microsoft.com/office/officeart/2005/8/layout/vProcess5"/>
    <dgm:cxn modelId="{13249696-6708-4F79-9DEB-2E29988CEE03}" type="presParOf" srcId="{F4CFC163-E427-44B3-B85D-799609FAE292}" destId="{54E022D3-57FB-452D-966F-35D7BC309C91}" srcOrd="7" destOrd="0" presId="urn:microsoft.com/office/officeart/2005/8/layout/vProcess5"/>
    <dgm:cxn modelId="{A59AC097-0DF7-4DF4-934C-92855415A1B1}" type="presParOf" srcId="{F4CFC163-E427-44B3-B85D-799609FAE292}" destId="{B6BE65DC-FB10-4404-9E31-9F3C94C0E93A}" srcOrd="8" destOrd="0" presId="urn:microsoft.com/office/officeart/2005/8/layout/vProcess5"/>
    <dgm:cxn modelId="{3C9BCE73-0EEF-40BA-9476-9C429A43CF1C}" type="presParOf" srcId="{F4CFC163-E427-44B3-B85D-799609FAE292}" destId="{B4508B75-EACF-4586-A014-BC422A805546}" srcOrd="9" destOrd="0" presId="urn:microsoft.com/office/officeart/2005/8/layout/vProcess5"/>
    <dgm:cxn modelId="{AFBE47FF-09CC-4254-A054-41EA89D4FBD8}" type="presParOf" srcId="{F4CFC163-E427-44B3-B85D-799609FAE292}" destId="{D8E6DBD3-2A5D-4079-BE6C-1B666D4D13DA}" srcOrd="10" destOrd="0" presId="urn:microsoft.com/office/officeart/2005/8/layout/vProcess5"/>
    <dgm:cxn modelId="{561ADE83-1006-4533-98D0-6BC3CA9A5EE2}" type="presParOf" srcId="{F4CFC163-E427-44B3-B85D-799609FAE292}" destId="{B8E21392-BD6C-43C4-B52C-600D2453B3B6}" srcOrd="11" destOrd="0" presId="urn:microsoft.com/office/officeart/2005/8/layout/vProcess5"/>
    <dgm:cxn modelId="{89051825-C967-41A0-9870-D7B9246E5898}" type="presParOf" srcId="{F4CFC163-E427-44B3-B85D-799609FAE292}" destId="{56E8CE95-725B-4902-B917-37D9C9955D06}" srcOrd="12" destOrd="0" presId="urn:microsoft.com/office/officeart/2005/8/layout/vProcess5"/>
    <dgm:cxn modelId="{A99C6C84-91B6-4FBA-9D99-FB19FE13231C}" type="presParOf" srcId="{F4CFC163-E427-44B3-B85D-799609FAE292}" destId="{6BE44162-6356-4E86-9F10-F0701E5F789B}" srcOrd="13" destOrd="0" presId="urn:microsoft.com/office/officeart/2005/8/layout/vProcess5"/>
    <dgm:cxn modelId="{19CDB731-0B35-4FBD-9A59-AC53588434DB}" type="presParOf" srcId="{F4CFC163-E427-44B3-B85D-799609FAE292}" destId="{A27817A4-A401-45CA-BCD1-4715D6969C7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10D905E-94A2-4989-B746-CE2AAFEB661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0F6526B-3024-49C3-9ECF-5CA256E11C8C}">
      <dgm:prSet/>
      <dgm:spPr/>
      <dgm:t>
        <a:bodyPr/>
        <a:lstStyle/>
        <a:p>
          <a:r>
            <a:rPr lang="en-US"/>
            <a:t>Watch</a:t>
          </a:r>
        </a:p>
      </dgm:t>
    </dgm:pt>
    <dgm:pt modelId="{7CBD7297-66F9-4DD6-819F-E925B08ED499}" type="parTrans" cxnId="{3EE5F4E6-60A8-4773-82A0-A9A324CE55B3}">
      <dgm:prSet/>
      <dgm:spPr/>
      <dgm:t>
        <a:bodyPr/>
        <a:lstStyle/>
        <a:p>
          <a:endParaRPr lang="en-US"/>
        </a:p>
      </dgm:t>
    </dgm:pt>
    <dgm:pt modelId="{71E9A71A-712A-4419-B59B-BAE76153AE07}" type="sibTrans" cxnId="{3EE5F4E6-60A8-4773-82A0-A9A324CE55B3}">
      <dgm:prSet/>
      <dgm:spPr/>
      <dgm:t>
        <a:bodyPr/>
        <a:lstStyle/>
        <a:p>
          <a:endParaRPr lang="en-US"/>
        </a:p>
      </dgm:t>
    </dgm:pt>
    <dgm:pt modelId="{0E7215A3-837D-4DD4-9EA7-9F22E75B5728}">
      <dgm:prSet/>
      <dgm:spPr/>
      <dgm:t>
        <a:bodyPr/>
        <a:lstStyle/>
        <a:p>
          <a:r>
            <a:rPr lang="en-US"/>
            <a:t>Watch a short instructional video</a:t>
          </a:r>
        </a:p>
      </dgm:t>
    </dgm:pt>
    <dgm:pt modelId="{80B998D9-C05B-4F44-8D37-43523CE2DA2F}" type="parTrans" cxnId="{EC8C9935-91C9-43F7-8445-ADD0D03D9438}">
      <dgm:prSet/>
      <dgm:spPr/>
      <dgm:t>
        <a:bodyPr/>
        <a:lstStyle/>
        <a:p>
          <a:endParaRPr lang="en-US"/>
        </a:p>
      </dgm:t>
    </dgm:pt>
    <dgm:pt modelId="{6A74E340-BF86-4194-9427-6FF7BBC9C5B4}" type="sibTrans" cxnId="{EC8C9935-91C9-43F7-8445-ADD0D03D9438}">
      <dgm:prSet/>
      <dgm:spPr/>
      <dgm:t>
        <a:bodyPr/>
        <a:lstStyle/>
        <a:p>
          <a:endParaRPr lang="en-US"/>
        </a:p>
      </dgm:t>
    </dgm:pt>
    <dgm:pt modelId="{187840C0-521B-4054-8B73-D487595C1A37}">
      <dgm:prSet/>
      <dgm:spPr/>
      <dgm:t>
        <a:bodyPr/>
        <a:lstStyle/>
        <a:p>
          <a:r>
            <a:rPr lang="en-US"/>
            <a:t>Redesign</a:t>
          </a:r>
        </a:p>
      </dgm:t>
    </dgm:pt>
    <dgm:pt modelId="{E6782BF5-602A-496E-88CB-A477E252D3F2}" type="parTrans" cxnId="{99BD8FDC-66CF-4BE4-9779-8E32F2FB3295}">
      <dgm:prSet/>
      <dgm:spPr/>
      <dgm:t>
        <a:bodyPr/>
        <a:lstStyle/>
        <a:p>
          <a:endParaRPr lang="en-US"/>
        </a:p>
      </dgm:t>
    </dgm:pt>
    <dgm:pt modelId="{FDD88B32-A64E-4471-82D4-7458BA851905}" type="sibTrans" cxnId="{99BD8FDC-66CF-4BE4-9779-8E32F2FB3295}">
      <dgm:prSet/>
      <dgm:spPr/>
      <dgm:t>
        <a:bodyPr/>
        <a:lstStyle/>
        <a:p>
          <a:endParaRPr lang="en-US"/>
        </a:p>
      </dgm:t>
    </dgm:pt>
    <dgm:pt modelId="{F5B0B529-0B28-4787-BEF7-AF783EC8EE9C}">
      <dgm:prSet/>
      <dgm:spPr/>
      <dgm:t>
        <a:bodyPr/>
        <a:lstStyle/>
        <a:p>
          <a:r>
            <a:rPr lang="en-US"/>
            <a:t>Redesign for engagement</a:t>
          </a:r>
        </a:p>
      </dgm:t>
    </dgm:pt>
    <dgm:pt modelId="{911D1C31-C461-44ED-9401-006E9A1E7388}" type="parTrans" cxnId="{445F1FAE-A07B-416E-892E-BF77902A8342}">
      <dgm:prSet/>
      <dgm:spPr/>
      <dgm:t>
        <a:bodyPr/>
        <a:lstStyle/>
        <a:p>
          <a:endParaRPr lang="en-US"/>
        </a:p>
      </dgm:t>
    </dgm:pt>
    <dgm:pt modelId="{101C227B-5379-43B4-BFD6-E0113A16E042}" type="sibTrans" cxnId="{445F1FAE-A07B-416E-892E-BF77902A8342}">
      <dgm:prSet/>
      <dgm:spPr/>
      <dgm:t>
        <a:bodyPr/>
        <a:lstStyle/>
        <a:p>
          <a:endParaRPr lang="en-US"/>
        </a:p>
      </dgm:t>
    </dgm:pt>
    <dgm:pt modelId="{DAC1FFF8-1F53-4FA9-BD63-F46FF6FD2E50}">
      <dgm:prSet/>
      <dgm:spPr/>
      <dgm:t>
        <a:bodyPr/>
        <a:lstStyle/>
        <a:p>
          <a:r>
            <a:rPr lang="en-US"/>
            <a:t>Apply</a:t>
          </a:r>
        </a:p>
      </dgm:t>
    </dgm:pt>
    <dgm:pt modelId="{4D712BBD-6E8F-43C9-8056-8C359A0830DC}" type="parTrans" cxnId="{29C51368-92D6-452B-A138-E967F1028F31}">
      <dgm:prSet/>
      <dgm:spPr/>
      <dgm:t>
        <a:bodyPr/>
        <a:lstStyle/>
        <a:p>
          <a:endParaRPr lang="en-US"/>
        </a:p>
      </dgm:t>
    </dgm:pt>
    <dgm:pt modelId="{918CE548-DF9E-4D81-80C6-881AC8F56F28}" type="sibTrans" cxnId="{29C51368-92D6-452B-A138-E967F1028F31}">
      <dgm:prSet/>
      <dgm:spPr/>
      <dgm:t>
        <a:bodyPr/>
        <a:lstStyle/>
        <a:p>
          <a:endParaRPr lang="en-US"/>
        </a:p>
      </dgm:t>
    </dgm:pt>
    <dgm:pt modelId="{C8C72500-A9DC-4119-B0F5-7387B66D9209}">
      <dgm:prSet/>
      <dgm:spPr/>
      <dgm:t>
        <a:bodyPr/>
        <a:lstStyle/>
        <a:p>
          <a:r>
            <a:rPr lang="en-US"/>
            <a:t>Apply Bloom’s Taxonomy</a:t>
          </a:r>
        </a:p>
      </dgm:t>
    </dgm:pt>
    <dgm:pt modelId="{CC28CB35-73E8-4C94-A714-2FD90F6D8062}" type="parTrans" cxnId="{8E404690-50CE-458D-88DB-0BCD75C81830}">
      <dgm:prSet/>
      <dgm:spPr/>
      <dgm:t>
        <a:bodyPr/>
        <a:lstStyle/>
        <a:p>
          <a:endParaRPr lang="en-US"/>
        </a:p>
      </dgm:t>
    </dgm:pt>
    <dgm:pt modelId="{9C03E002-0070-4E02-BDCE-B8AE0539EF58}" type="sibTrans" cxnId="{8E404690-50CE-458D-88DB-0BCD75C81830}">
      <dgm:prSet/>
      <dgm:spPr/>
      <dgm:t>
        <a:bodyPr/>
        <a:lstStyle/>
        <a:p>
          <a:endParaRPr lang="en-US"/>
        </a:p>
      </dgm:t>
    </dgm:pt>
    <dgm:pt modelId="{B11D838A-10DB-46C3-AEED-12BA5F2CAA48}">
      <dgm:prSet/>
      <dgm:spPr/>
      <dgm:t>
        <a:bodyPr/>
        <a:lstStyle/>
        <a:p>
          <a:r>
            <a:rPr lang="en-US"/>
            <a:t>Incorporate</a:t>
          </a:r>
        </a:p>
      </dgm:t>
    </dgm:pt>
    <dgm:pt modelId="{64A45BE2-C1DE-461A-8F6C-5CC318DB93C3}" type="parTrans" cxnId="{A7A39A8F-86D4-4451-A329-259E70E9F0AE}">
      <dgm:prSet/>
      <dgm:spPr/>
      <dgm:t>
        <a:bodyPr/>
        <a:lstStyle/>
        <a:p>
          <a:endParaRPr lang="en-US"/>
        </a:p>
      </dgm:t>
    </dgm:pt>
    <dgm:pt modelId="{3372D419-40C6-4BBB-862A-35DCEA1A021D}" type="sibTrans" cxnId="{A7A39A8F-86D4-4451-A329-259E70E9F0AE}">
      <dgm:prSet/>
      <dgm:spPr/>
      <dgm:t>
        <a:bodyPr/>
        <a:lstStyle/>
        <a:p>
          <a:endParaRPr lang="en-US"/>
        </a:p>
      </dgm:t>
    </dgm:pt>
    <dgm:pt modelId="{6A92C0F8-88A1-42DD-A9A0-348C93B04506}">
      <dgm:prSet/>
      <dgm:spPr/>
      <dgm:t>
        <a:bodyPr/>
        <a:lstStyle/>
        <a:p>
          <a:r>
            <a:rPr lang="en-US"/>
            <a:t>Incorporate UDL principles</a:t>
          </a:r>
        </a:p>
      </dgm:t>
    </dgm:pt>
    <dgm:pt modelId="{E8E4AC6C-5A1E-43AD-9267-989DFF3265B0}" type="parTrans" cxnId="{F8A9D2A7-C9E2-42D7-87AE-3CF64567FB4D}">
      <dgm:prSet/>
      <dgm:spPr/>
      <dgm:t>
        <a:bodyPr/>
        <a:lstStyle/>
        <a:p>
          <a:endParaRPr lang="en-US"/>
        </a:p>
      </dgm:t>
    </dgm:pt>
    <dgm:pt modelId="{C0ABBC11-2D18-42F9-93FE-46B9C66EA02A}" type="sibTrans" cxnId="{F8A9D2A7-C9E2-42D7-87AE-3CF64567FB4D}">
      <dgm:prSet/>
      <dgm:spPr/>
      <dgm:t>
        <a:bodyPr/>
        <a:lstStyle/>
        <a:p>
          <a:endParaRPr lang="en-US"/>
        </a:p>
      </dgm:t>
    </dgm:pt>
    <dgm:pt modelId="{03A6AB0C-16C9-476F-9316-87B49EDCE3F4}">
      <dgm:prSet/>
      <dgm:spPr/>
      <dgm:t>
        <a:bodyPr/>
        <a:lstStyle/>
        <a:p>
          <a:r>
            <a:rPr lang="en-US"/>
            <a:t>Add</a:t>
          </a:r>
        </a:p>
      </dgm:t>
    </dgm:pt>
    <dgm:pt modelId="{EFA1F1A2-8FEC-4C57-84FF-9D9BD0E4A9E0}" type="parTrans" cxnId="{F79D030A-F30B-4CA8-A30E-E8CDAF06D07E}">
      <dgm:prSet/>
      <dgm:spPr/>
      <dgm:t>
        <a:bodyPr/>
        <a:lstStyle/>
        <a:p>
          <a:endParaRPr lang="en-US"/>
        </a:p>
      </dgm:t>
    </dgm:pt>
    <dgm:pt modelId="{96BAEBF4-AAB8-4B45-A15D-6F9FE8A9CE5E}" type="sibTrans" cxnId="{F79D030A-F30B-4CA8-A30E-E8CDAF06D07E}">
      <dgm:prSet/>
      <dgm:spPr/>
      <dgm:t>
        <a:bodyPr/>
        <a:lstStyle/>
        <a:p>
          <a:endParaRPr lang="en-US"/>
        </a:p>
      </dgm:t>
    </dgm:pt>
    <dgm:pt modelId="{16B76985-E997-477C-88A8-AFAB1F4452F9}">
      <dgm:prSet/>
      <dgm:spPr/>
      <dgm:t>
        <a:bodyPr/>
        <a:lstStyle/>
        <a:p>
          <a:r>
            <a:rPr lang="en-US"/>
            <a:t>Add interactive questioning</a:t>
          </a:r>
        </a:p>
      </dgm:t>
    </dgm:pt>
    <dgm:pt modelId="{C4E84EE8-B508-4C04-89BF-B3BF4E4B8B19}" type="parTrans" cxnId="{1707CB97-CF83-4E30-A6FE-E59C89120DB1}">
      <dgm:prSet/>
      <dgm:spPr/>
      <dgm:t>
        <a:bodyPr/>
        <a:lstStyle/>
        <a:p>
          <a:endParaRPr lang="en-US"/>
        </a:p>
      </dgm:t>
    </dgm:pt>
    <dgm:pt modelId="{930E82A6-AB69-41FA-8340-6215AF04BE0F}" type="sibTrans" cxnId="{1707CB97-CF83-4E30-A6FE-E59C89120DB1}">
      <dgm:prSet/>
      <dgm:spPr/>
      <dgm:t>
        <a:bodyPr/>
        <a:lstStyle/>
        <a:p>
          <a:endParaRPr lang="en-US"/>
        </a:p>
      </dgm:t>
    </dgm:pt>
    <dgm:pt modelId="{C6F9E2D0-229F-46A8-836D-2EBE015F8B8C}" type="pres">
      <dgm:prSet presAssocID="{E10D905E-94A2-4989-B746-CE2AAFEB6611}" presName="Name0" presStyleCnt="0">
        <dgm:presLayoutVars>
          <dgm:dir/>
          <dgm:animLvl val="lvl"/>
          <dgm:resizeHandles val="exact"/>
        </dgm:presLayoutVars>
      </dgm:prSet>
      <dgm:spPr/>
    </dgm:pt>
    <dgm:pt modelId="{119DEC9C-A860-4481-8773-16DA21F222CF}" type="pres">
      <dgm:prSet presAssocID="{30F6526B-3024-49C3-9ECF-5CA256E11C8C}" presName="linNode" presStyleCnt="0"/>
      <dgm:spPr/>
    </dgm:pt>
    <dgm:pt modelId="{D56805DD-A4D8-427B-922F-E1796FC7ECC3}" type="pres">
      <dgm:prSet presAssocID="{30F6526B-3024-49C3-9ECF-5CA256E11C8C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30800E6C-E688-41B5-B041-6A10AE92E7B5}" type="pres">
      <dgm:prSet presAssocID="{30F6526B-3024-49C3-9ECF-5CA256E11C8C}" presName="descendantText" presStyleLbl="alignAccFollowNode1" presStyleIdx="0" presStyleCnt="5">
        <dgm:presLayoutVars>
          <dgm:bulletEnabled/>
        </dgm:presLayoutVars>
      </dgm:prSet>
      <dgm:spPr/>
    </dgm:pt>
    <dgm:pt modelId="{989D0223-1296-463A-9044-BFAF0FCEECDB}" type="pres">
      <dgm:prSet presAssocID="{71E9A71A-712A-4419-B59B-BAE76153AE07}" presName="sp" presStyleCnt="0"/>
      <dgm:spPr/>
    </dgm:pt>
    <dgm:pt modelId="{19BBED67-B12C-4100-9592-D18855BB2CAB}" type="pres">
      <dgm:prSet presAssocID="{187840C0-521B-4054-8B73-D487595C1A37}" presName="linNode" presStyleCnt="0"/>
      <dgm:spPr/>
    </dgm:pt>
    <dgm:pt modelId="{BD3095F1-3473-4375-9AF4-75D2DF911B21}" type="pres">
      <dgm:prSet presAssocID="{187840C0-521B-4054-8B73-D487595C1A37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68DCB54E-33FC-42CB-8FEC-AAD64BC91F0F}" type="pres">
      <dgm:prSet presAssocID="{187840C0-521B-4054-8B73-D487595C1A37}" presName="descendantText" presStyleLbl="alignAccFollowNode1" presStyleIdx="1" presStyleCnt="5">
        <dgm:presLayoutVars>
          <dgm:bulletEnabled/>
        </dgm:presLayoutVars>
      </dgm:prSet>
      <dgm:spPr/>
    </dgm:pt>
    <dgm:pt modelId="{DF5E9BBD-E6F0-46C8-87DF-9C63B2214F73}" type="pres">
      <dgm:prSet presAssocID="{FDD88B32-A64E-4471-82D4-7458BA851905}" presName="sp" presStyleCnt="0"/>
      <dgm:spPr/>
    </dgm:pt>
    <dgm:pt modelId="{BDC9A93A-FAF7-4F20-AEC9-77FE3007206F}" type="pres">
      <dgm:prSet presAssocID="{DAC1FFF8-1F53-4FA9-BD63-F46FF6FD2E50}" presName="linNode" presStyleCnt="0"/>
      <dgm:spPr/>
    </dgm:pt>
    <dgm:pt modelId="{C149E922-12F1-4C3E-A122-FE1F0BBB2597}" type="pres">
      <dgm:prSet presAssocID="{DAC1FFF8-1F53-4FA9-BD63-F46FF6FD2E50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484F84EC-2356-440B-A405-FC80D8273275}" type="pres">
      <dgm:prSet presAssocID="{DAC1FFF8-1F53-4FA9-BD63-F46FF6FD2E50}" presName="descendantText" presStyleLbl="alignAccFollowNode1" presStyleIdx="2" presStyleCnt="5">
        <dgm:presLayoutVars>
          <dgm:bulletEnabled/>
        </dgm:presLayoutVars>
      </dgm:prSet>
      <dgm:spPr/>
    </dgm:pt>
    <dgm:pt modelId="{CA4C61EC-F7F5-4BCA-8A68-6A903B6661A1}" type="pres">
      <dgm:prSet presAssocID="{918CE548-DF9E-4D81-80C6-881AC8F56F28}" presName="sp" presStyleCnt="0"/>
      <dgm:spPr/>
    </dgm:pt>
    <dgm:pt modelId="{44E6FEA0-29A7-4F6C-80BD-8C9CBD99292A}" type="pres">
      <dgm:prSet presAssocID="{B11D838A-10DB-46C3-AEED-12BA5F2CAA48}" presName="linNode" presStyleCnt="0"/>
      <dgm:spPr/>
    </dgm:pt>
    <dgm:pt modelId="{654B11AD-F6C5-49FC-9535-5F06D12AB881}" type="pres">
      <dgm:prSet presAssocID="{B11D838A-10DB-46C3-AEED-12BA5F2CAA48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D2F0DB2D-8400-4F12-A89C-D859F3CA7251}" type="pres">
      <dgm:prSet presAssocID="{B11D838A-10DB-46C3-AEED-12BA5F2CAA48}" presName="descendantText" presStyleLbl="alignAccFollowNode1" presStyleIdx="3" presStyleCnt="5">
        <dgm:presLayoutVars>
          <dgm:bulletEnabled/>
        </dgm:presLayoutVars>
      </dgm:prSet>
      <dgm:spPr/>
    </dgm:pt>
    <dgm:pt modelId="{7CCBA41E-DBBB-4BD5-BF25-6BA4BA2E96B7}" type="pres">
      <dgm:prSet presAssocID="{3372D419-40C6-4BBB-862A-35DCEA1A021D}" presName="sp" presStyleCnt="0"/>
      <dgm:spPr/>
    </dgm:pt>
    <dgm:pt modelId="{3EC605DB-2208-4EBA-A2AE-DCB19D3F6D41}" type="pres">
      <dgm:prSet presAssocID="{03A6AB0C-16C9-476F-9316-87B49EDCE3F4}" presName="linNode" presStyleCnt="0"/>
      <dgm:spPr/>
    </dgm:pt>
    <dgm:pt modelId="{F654AF89-D510-4FC2-AF7F-FF91A5A16AC4}" type="pres">
      <dgm:prSet presAssocID="{03A6AB0C-16C9-476F-9316-87B49EDCE3F4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1B65E48D-EEF1-4965-820D-1F002C20F170}" type="pres">
      <dgm:prSet presAssocID="{03A6AB0C-16C9-476F-9316-87B49EDCE3F4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F79D030A-F30B-4CA8-A30E-E8CDAF06D07E}" srcId="{E10D905E-94A2-4989-B746-CE2AAFEB6611}" destId="{03A6AB0C-16C9-476F-9316-87B49EDCE3F4}" srcOrd="4" destOrd="0" parTransId="{EFA1F1A2-8FEC-4C57-84FF-9D9BD0E4A9E0}" sibTransId="{96BAEBF4-AAB8-4B45-A15D-6F9FE8A9CE5E}"/>
    <dgm:cxn modelId="{4B04A610-909D-46E2-A140-16EFFD780467}" type="presOf" srcId="{DAC1FFF8-1F53-4FA9-BD63-F46FF6FD2E50}" destId="{C149E922-12F1-4C3E-A122-FE1F0BBB2597}" srcOrd="0" destOrd="0" presId="urn:microsoft.com/office/officeart/2016/7/layout/VerticalSolidActionList"/>
    <dgm:cxn modelId="{23842C1C-D3FF-40B5-943B-6B5B7EA9B569}" type="presOf" srcId="{6A92C0F8-88A1-42DD-A9A0-348C93B04506}" destId="{D2F0DB2D-8400-4F12-A89C-D859F3CA7251}" srcOrd="0" destOrd="0" presId="urn:microsoft.com/office/officeart/2016/7/layout/VerticalSolidActionList"/>
    <dgm:cxn modelId="{3B1A5934-39D4-4644-90B8-497094C79754}" type="presOf" srcId="{187840C0-521B-4054-8B73-D487595C1A37}" destId="{BD3095F1-3473-4375-9AF4-75D2DF911B21}" srcOrd="0" destOrd="0" presId="urn:microsoft.com/office/officeart/2016/7/layout/VerticalSolidActionList"/>
    <dgm:cxn modelId="{EC8C9935-91C9-43F7-8445-ADD0D03D9438}" srcId="{30F6526B-3024-49C3-9ECF-5CA256E11C8C}" destId="{0E7215A3-837D-4DD4-9EA7-9F22E75B5728}" srcOrd="0" destOrd="0" parTransId="{80B998D9-C05B-4F44-8D37-43523CE2DA2F}" sibTransId="{6A74E340-BF86-4194-9427-6FF7BBC9C5B4}"/>
    <dgm:cxn modelId="{37DF8C44-A8AD-4C66-BCDB-8BDE9EC36998}" type="presOf" srcId="{F5B0B529-0B28-4787-BEF7-AF783EC8EE9C}" destId="{68DCB54E-33FC-42CB-8FEC-AAD64BC91F0F}" srcOrd="0" destOrd="0" presId="urn:microsoft.com/office/officeart/2016/7/layout/VerticalSolidActionList"/>
    <dgm:cxn modelId="{29C51368-92D6-452B-A138-E967F1028F31}" srcId="{E10D905E-94A2-4989-B746-CE2AAFEB6611}" destId="{DAC1FFF8-1F53-4FA9-BD63-F46FF6FD2E50}" srcOrd="2" destOrd="0" parTransId="{4D712BBD-6E8F-43C9-8056-8C359A0830DC}" sibTransId="{918CE548-DF9E-4D81-80C6-881AC8F56F28}"/>
    <dgm:cxn modelId="{DDE51858-131E-4E33-933B-B6532B156C01}" type="presOf" srcId="{03A6AB0C-16C9-476F-9316-87B49EDCE3F4}" destId="{F654AF89-D510-4FC2-AF7F-FF91A5A16AC4}" srcOrd="0" destOrd="0" presId="urn:microsoft.com/office/officeart/2016/7/layout/VerticalSolidActionList"/>
    <dgm:cxn modelId="{A2253959-01C1-42D4-8D31-45B3FC11D482}" type="presOf" srcId="{E10D905E-94A2-4989-B746-CE2AAFEB6611}" destId="{C6F9E2D0-229F-46A8-836D-2EBE015F8B8C}" srcOrd="0" destOrd="0" presId="urn:microsoft.com/office/officeart/2016/7/layout/VerticalSolidActionList"/>
    <dgm:cxn modelId="{47AA087F-513D-418F-80E0-83DF68B62523}" type="presOf" srcId="{C8C72500-A9DC-4119-B0F5-7387B66D9209}" destId="{484F84EC-2356-440B-A405-FC80D8273275}" srcOrd="0" destOrd="0" presId="urn:microsoft.com/office/officeart/2016/7/layout/VerticalSolidActionList"/>
    <dgm:cxn modelId="{6453208C-4435-4FFC-98A8-B378F107988B}" type="presOf" srcId="{0E7215A3-837D-4DD4-9EA7-9F22E75B5728}" destId="{30800E6C-E688-41B5-B041-6A10AE92E7B5}" srcOrd="0" destOrd="0" presId="urn:microsoft.com/office/officeart/2016/7/layout/VerticalSolidActionList"/>
    <dgm:cxn modelId="{A7A39A8F-86D4-4451-A329-259E70E9F0AE}" srcId="{E10D905E-94A2-4989-B746-CE2AAFEB6611}" destId="{B11D838A-10DB-46C3-AEED-12BA5F2CAA48}" srcOrd="3" destOrd="0" parTransId="{64A45BE2-C1DE-461A-8F6C-5CC318DB93C3}" sibTransId="{3372D419-40C6-4BBB-862A-35DCEA1A021D}"/>
    <dgm:cxn modelId="{8E404690-50CE-458D-88DB-0BCD75C81830}" srcId="{DAC1FFF8-1F53-4FA9-BD63-F46FF6FD2E50}" destId="{C8C72500-A9DC-4119-B0F5-7387B66D9209}" srcOrd="0" destOrd="0" parTransId="{CC28CB35-73E8-4C94-A714-2FD90F6D8062}" sibTransId="{9C03E002-0070-4E02-BDCE-B8AE0539EF58}"/>
    <dgm:cxn modelId="{1707CB97-CF83-4E30-A6FE-E59C89120DB1}" srcId="{03A6AB0C-16C9-476F-9316-87B49EDCE3F4}" destId="{16B76985-E997-477C-88A8-AFAB1F4452F9}" srcOrd="0" destOrd="0" parTransId="{C4E84EE8-B508-4C04-89BF-B3BF4E4B8B19}" sibTransId="{930E82A6-AB69-41FA-8340-6215AF04BE0F}"/>
    <dgm:cxn modelId="{7CE0229E-D67B-4F6C-B435-54497772C680}" type="presOf" srcId="{B11D838A-10DB-46C3-AEED-12BA5F2CAA48}" destId="{654B11AD-F6C5-49FC-9535-5F06D12AB881}" srcOrd="0" destOrd="0" presId="urn:microsoft.com/office/officeart/2016/7/layout/VerticalSolidActionList"/>
    <dgm:cxn modelId="{F8A9D2A7-C9E2-42D7-87AE-3CF64567FB4D}" srcId="{B11D838A-10DB-46C3-AEED-12BA5F2CAA48}" destId="{6A92C0F8-88A1-42DD-A9A0-348C93B04506}" srcOrd="0" destOrd="0" parTransId="{E8E4AC6C-5A1E-43AD-9267-989DFF3265B0}" sibTransId="{C0ABBC11-2D18-42F9-93FE-46B9C66EA02A}"/>
    <dgm:cxn modelId="{445F1FAE-A07B-416E-892E-BF77902A8342}" srcId="{187840C0-521B-4054-8B73-D487595C1A37}" destId="{F5B0B529-0B28-4787-BEF7-AF783EC8EE9C}" srcOrd="0" destOrd="0" parTransId="{911D1C31-C461-44ED-9401-006E9A1E7388}" sibTransId="{101C227B-5379-43B4-BFD6-E0113A16E042}"/>
    <dgm:cxn modelId="{99BD8FDC-66CF-4BE4-9779-8E32F2FB3295}" srcId="{E10D905E-94A2-4989-B746-CE2AAFEB6611}" destId="{187840C0-521B-4054-8B73-D487595C1A37}" srcOrd="1" destOrd="0" parTransId="{E6782BF5-602A-496E-88CB-A477E252D3F2}" sibTransId="{FDD88B32-A64E-4471-82D4-7458BA851905}"/>
    <dgm:cxn modelId="{3EE5F4E6-60A8-4773-82A0-A9A324CE55B3}" srcId="{E10D905E-94A2-4989-B746-CE2AAFEB6611}" destId="{30F6526B-3024-49C3-9ECF-5CA256E11C8C}" srcOrd="0" destOrd="0" parTransId="{7CBD7297-66F9-4DD6-819F-E925B08ED499}" sibTransId="{71E9A71A-712A-4419-B59B-BAE76153AE07}"/>
    <dgm:cxn modelId="{155ED7EA-073D-44F6-A1AC-8F1CBFE06C0F}" type="presOf" srcId="{30F6526B-3024-49C3-9ECF-5CA256E11C8C}" destId="{D56805DD-A4D8-427B-922F-E1796FC7ECC3}" srcOrd="0" destOrd="0" presId="urn:microsoft.com/office/officeart/2016/7/layout/VerticalSolidActionList"/>
    <dgm:cxn modelId="{78E224FD-4DE6-4CF4-8FAC-D976D61A5561}" type="presOf" srcId="{16B76985-E997-477C-88A8-AFAB1F4452F9}" destId="{1B65E48D-EEF1-4965-820D-1F002C20F170}" srcOrd="0" destOrd="0" presId="urn:microsoft.com/office/officeart/2016/7/layout/VerticalSolidActionList"/>
    <dgm:cxn modelId="{47590DE5-21B3-4D89-B7D2-924134931CA4}" type="presParOf" srcId="{C6F9E2D0-229F-46A8-836D-2EBE015F8B8C}" destId="{119DEC9C-A860-4481-8773-16DA21F222CF}" srcOrd="0" destOrd="0" presId="urn:microsoft.com/office/officeart/2016/7/layout/VerticalSolidActionList"/>
    <dgm:cxn modelId="{0007B0E6-8EFD-4DA1-8590-D4725494E6D3}" type="presParOf" srcId="{119DEC9C-A860-4481-8773-16DA21F222CF}" destId="{D56805DD-A4D8-427B-922F-E1796FC7ECC3}" srcOrd="0" destOrd="0" presId="urn:microsoft.com/office/officeart/2016/7/layout/VerticalSolidActionList"/>
    <dgm:cxn modelId="{F081A2B0-4EEA-4FFB-A70D-777490C25356}" type="presParOf" srcId="{119DEC9C-A860-4481-8773-16DA21F222CF}" destId="{30800E6C-E688-41B5-B041-6A10AE92E7B5}" srcOrd="1" destOrd="0" presId="urn:microsoft.com/office/officeart/2016/7/layout/VerticalSolidActionList"/>
    <dgm:cxn modelId="{E06F1761-6385-4032-AF6C-634A72D35BE6}" type="presParOf" srcId="{C6F9E2D0-229F-46A8-836D-2EBE015F8B8C}" destId="{989D0223-1296-463A-9044-BFAF0FCEECDB}" srcOrd="1" destOrd="0" presId="urn:microsoft.com/office/officeart/2016/7/layout/VerticalSolidActionList"/>
    <dgm:cxn modelId="{0A57A69B-25C8-496D-A321-3421EFEB59F4}" type="presParOf" srcId="{C6F9E2D0-229F-46A8-836D-2EBE015F8B8C}" destId="{19BBED67-B12C-4100-9592-D18855BB2CAB}" srcOrd="2" destOrd="0" presId="urn:microsoft.com/office/officeart/2016/7/layout/VerticalSolidActionList"/>
    <dgm:cxn modelId="{DE983437-15E0-4D5E-A046-148CA7972A2E}" type="presParOf" srcId="{19BBED67-B12C-4100-9592-D18855BB2CAB}" destId="{BD3095F1-3473-4375-9AF4-75D2DF911B21}" srcOrd="0" destOrd="0" presId="urn:microsoft.com/office/officeart/2016/7/layout/VerticalSolidActionList"/>
    <dgm:cxn modelId="{1E98AEC6-663A-4678-BDC2-5D153ED80B49}" type="presParOf" srcId="{19BBED67-B12C-4100-9592-D18855BB2CAB}" destId="{68DCB54E-33FC-42CB-8FEC-AAD64BC91F0F}" srcOrd="1" destOrd="0" presId="urn:microsoft.com/office/officeart/2016/7/layout/VerticalSolidActionList"/>
    <dgm:cxn modelId="{3B903D0E-EFFB-4883-8EBF-529121516124}" type="presParOf" srcId="{C6F9E2D0-229F-46A8-836D-2EBE015F8B8C}" destId="{DF5E9BBD-E6F0-46C8-87DF-9C63B2214F73}" srcOrd="3" destOrd="0" presId="urn:microsoft.com/office/officeart/2016/7/layout/VerticalSolidActionList"/>
    <dgm:cxn modelId="{3728BBFD-18D1-47E8-89BF-6B94443C035C}" type="presParOf" srcId="{C6F9E2D0-229F-46A8-836D-2EBE015F8B8C}" destId="{BDC9A93A-FAF7-4F20-AEC9-77FE3007206F}" srcOrd="4" destOrd="0" presId="urn:microsoft.com/office/officeart/2016/7/layout/VerticalSolidActionList"/>
    <dgm:cxn modelId="{3194D3DF-5F33-4534-B357-B9FF886DF951}" type="presParOf" srcId="{BDC9A93A-FAF7-4F20-AEC9-77FE3007206F}" destId="{C149E922-12F1-4C3E-A122-FE1F0BBB2597}" srcOrd="0" destOrd="0" presId="urn:microsoft.com/office/officeart/2016/7/layout/VerticalSolidActionList"/>
    <dgm:cxn modelId="{B94404C9-60DC-4F0C-9AF2-CFB5C3525405}" type="presParOf" srcId="{BDC9A93A-FAF7-4F20-AEC9-77FE3007206F}" destId="{484F84EC-2356-440B-A405-FC80D8273275}" srcOrd="1" destOrd="0" presId="urn:microsoft.com/office/officeart/2016/7/layout/VerticalSolidActionList"/>
    <dgm:cxn modelId="{F5369D8C-6FBE-48D0-9C42-C7A3B2E70E0A}" type="presParOf" srcId="{C6F9E2D0-229F-46A8-836D-2EBE015F8B8C}" destId="{CA4C61EC-F7F5-4BCA-8A68-6A903B6661A1}" srcOrd="5" destOrd="0" presId="urn:microsoft.com/office/officeart/2016/7/layout/VerticalSolidActionList"/>
    <dgm:cxn modelId="{1EEDF650-AB9A-48FA-9F6C-88647D32CC87}" type="presParOf" srcId="{C6F9E2D0-229F-46A8-836D-2EBE015F8B8C}" destId="{44E6FEA0-29A7-4F6C-80BD-8C9CBD99292A}" srcOrd="6" destOrd="0" presId="urn:microsoft.com/office/officeart/2016/7/layout/VerticalSolidActionList"/>
    <dgm:cxn modelId="{BE178CBE-D171-45BC-888A-C1219F4F583D}" type="presParOf" srcId="{44E6FEA0-29A7-4F6C-80BD-8C9CBD99292A}" destId="{654B11AD-F6C5-49FC-9535-5F06D12AB881}" srcOrd="0" destOrd="0" presId="urn:microsoft.com/office/officeart/2016/7/layout/VerticalSolidActionList"/>
    <dgm:cxn modelId="{228833E1-C332-49C8-B8AC-A9D298EBB7F5}" type="presParOf" srcId="{44E6FEA0-29A7-4F6C-80BD-8C9CBD99292A}" destId="{D2F0DB2D-8400-4F12-A89C-D859F3CA7251}" srcOrd="1" destOrd="0" presId="urn:microsoft.com/office/officeart/2016/7/layout/VerticalSolidActionList"/>
    <dgm:cxn modelId="{53876E1D-51E1-45C4-8948-52C2D1CAA3E1}" type="presParOf" srcId="{C6F9E2D0-229F-46A8-836D-2EBE015F8B8C}" destId="{7CCBA41E-DBBB-4BD5-BF25-6BA4BA2E96B7}" srcOrd="7" destOrd="0" presId="urn:microsoft.com/office/officeart/2016/7/layout/VerticalSolidActionList"/>
    <dgm:cxn modelId="{1BC127CC-9C3C-48A3-9F00-7862989C9880}" type="presParOf" srcId="{C6F9E2D0-229F-46A8-836D-2EBE015F8B8C}" destId="{3EC605DB-2208-4EBA-A2AE-DCB19D3F6D41}" srcOrd="8" destOrd="0" presId="urn:microsoft.com/office/officeart/2016/7/layout/VerticalSolidActionList"/>
    <dgm:cxn modelId="{CB80182C-EC6A-44DA-B789-04482AC0E1C4}" type="presParOf" srcId="{3EC605DB-2208-4EBA-A2AE-DCB19D3F6D41}" destId="{F654AF89-D510-4FC2-AF7F-FF91A5A16AC4}" srcOrd="0" destOrd="0" presId="urn:microsoft.com/office/officeart/2016/7/layout/VerticalSolidActionList"/>
    <dgm:cxn modelId="{5E4AF864-2DBC-4569-B681-079BCF3F0F49}" type="presParOf" srcId="{3EC605DB-2208-4EBA-A2AE-DCB19D3F6D41}" destId="{1B65E48D-EEF1-4965-820D-1F002C20F170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8519D3-41C0-444C-B361-4BE6582AA30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7EBEF1-60CD-462E-8CFD-BE3B5C04C591}">
      <dgm:prSet/>
      <dgm:spPr/>
      <dgm:t>
        <a:bodyPr/>
        <a:lstStyle/>
        <a:p>
          <a:r>
            <a:rPr lang="en-US"/>
            <a:t>Identify learning objectives</a:t>
          </a:r>
        </a:p>
      </dgm:t>
    </dgm:pt>
    <dgm:pt modelId="{0B880DCE-9C48-4E83-AF9C-670205D3D236}" type="parTrans" cxnId="{30DC336C-CAB1-4DA5-BB56-3472C71DF8D1}">
      <dgm:prSet/>
      <dgm:spPr/>
      <dgm:t>
        <a:bodyPr/>
        <a:lstStyle/>
        <a:p>
          <a:endParaRPr lang="en-US"/>
        </a:p>
      </dgm:t>
    </dgm:pt>
    <dgm:pt modelId="{B7D0E3B7-3CB6-4AA8-8E9C-48140513F2A9}" type="sibTrans" cxnId="{30DC336C-CAB1-4DA5-BB56-3472C71DF8D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FF5CAB5-8D15-418E-B345-95CA7FBFAD2C}">
      <dgm:prSet/>
      <dgm:spPr/>
      <dgm:t>
        <a:bodyPr/>
        <a:lstStyle/>
        <a:p>
          <a:r>
            <a:rPr lang="en-US"/>
            <a:t>Determine video purpose</a:t>
          </a:r>
        </a:p>
      </dgm:t>
    </dgm:pt>
    <dgm:pt modelId="{C2A33917-0F63-4DC5-A29C-BE16D92D556A}" type="parTrans" cxnId="{B4C90A47-EF9E-41F0-B310-C6177C0FBCD8}">
      <dgm:prSet/>
      <dgm:spPr/>
      <dgm:t>
        <a:bodyPr/>
        <a:lstStyle/>
        <a:p>
          <a:endParaRPr lang="en-US"/>
        </a:p>
      </dgm:t>
    </dgm:pt>
    <dgm:pt modelId="{3B334FCC-2FB9-4A08-BABC-681B57E960D2}" type="sibTrans" cxnId="{B4C90A47-EF9E-41F0-B310-C6177C0FBCD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CCDBDD2-A2B8-46B0-B0F8-5C28FEF75564}">
      <dgm:prSet/>
      <dgm:spPr/>
      <dgm:t>
        <a:bodyPr/>
        <a:lstStyle/>
        <a:p>
          <a:r>
            <a:rPr lang="en-US"/>
            <a:t>Keep videos concise (6–10 minutes)</a:t>
          </a:r>
        </a:p>
      </dgm:t>
    </dgm:pt>
    <dgm:pt modelId="{CE7740CB-1F0D-4459-8554-B65EA1DF7612}" type="parTrans" cxnId="{DEA5DA62-D38C-4536-A890-17A7CA854A8B}">
      <dgm:prSet/>
      <dgm:spPr/>
      <dgm:t>
        <a:bodyPr/>
        <a:lstStyle/>
        <a:p>
          <a:endParaRPr lang="en-US"/>
        </a:p>
      </dgm:t>
    </dgm:pt>
    <dgm:pt modelId="{E0E2E650-52CC-49C9-B7D2-1B0B505C1F11}" type="sibTrans" cxnId="{DEA5DA62-D38C-4536-A890-17A7CA854A8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F37EA74-46D8-42C2-B852-E3F9D53BC333}">
      <dgm:prSet/>
      <dgm:spPr/>
      <dgm:t>
        <a:bodyPr/>
        <a:lstStyle/>
        <a:p>
          <a:r>
            <a:rPr lang="en-US"/>
            <a:t>Add interaction every 2–3 minutes</a:t>
          </a:r>
        </a:p>
      </dgm:t>
    </dgm:pt>
    <dgm:pt modelId="{48E9AB24-C71F-4686-AC7D-233094D71B67}" type="parTrans" cxnId="{91EEBFC0-8D29-41A6-BC8C-4C1113C1D125}">
      <dgm:prSet/>
      <dgm:spPr/>
      <dgm:t>
        <a:bodyPr/>
        <a:lstStyle/>
        <a:p>
          <a:endParaRPr lang="en-US"/>
        </a:p>
      </dgm:t>
    </dgm:pt>
    <dgm:pt modelId="{98A0BBD8-B17A-42E0-95EF-5E25467CE020}" type="sibTrans" cxnId="{91EEBFC0-8D29-41A6-BC8C-4C1113C1D12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16E5709-7BD3-40B4-A37D-DD49514DBCD1}">
      <dgm:prSet/>
      <dgm:spPr/>
      <dgm:t>
        <a:bodyPr/>
        <a:lstStyle/>
        <a:p>
          <a:r>
            <a:rPr lang="en-US"/>
            <a:t>Include accessibility features</a:t>
          </a:r>
        </a:p>
      </dgm:t>
    </dgm:pt>
    <dgm:pt modelId="{5891D501-FF96-4B85-A183-34579B068463}" type="parTrans" cxnId="{E30B73EC-6552-4500-819D-D8583C7B89AF}">
      <dgm:prSet/>
      <dgm:spPr/>
      <dgm:t>
        <a:bodyPr/>
        <a:lstStyle/>
        <a:p>
          <a:endParaRPr lang="en-US"/>
        </a:p>
      </dgm:t>
    </dgm:pt>
    <dgm:pt modelId="{694D4CD2-CE1D-4B6A-9E07-E78FE92E21ED}" type="sibTrans" cxnId="{E30B73EC-6552-4500-819D-D8583C7B89AF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0343D6A4-F813-4165-BE46-9670B38D11EE}" type="pres">
      <dgm:prSet presAssocID="{348519D3-41C0-444C-B361-4BE6582AA30D}" presName="Name0" presStyleCnt="0">
        <dgm:presLayoutVars>
          <dgm:animLvl val="lvl"/>
          <dgm:resizeHandles val="exact"/>
        </dgm:presLayoutVars>
      </dgm:prSet>
      <dgm:spPr/>
    </dgm:pt>
    <dgm:pt modelId="{7CF793EA-C964-4944-9EFC-7EB9EB75D452}" type="pres">
      <dgm:prSet presAssocID="{FF7EBEF1-60CD-462E-8CFD-BE3B5C04C591}" presName="compositeNode" presStyleCnt="0">
        <dgm:presLayoutVars>
          <dgm:bulletEnabled val="1"/>
        </dgm:presLayoutVars>
      </dgm:prSet>
      <dgm:spPr/>
    </dgm:pt>
    <dgm:pt modelId="{B2AED2ED-CA08-4CF6-A90E-18B76B600BCC}" type="pres">
      <dgm:prSet presAssocID="{FF7EBEF1-60CD-462E-8CFD-BE3B5C04C591}" presName="bgRect" presStyleLbl="bgAccFollowNode1" presStyleIdx="0" presStyleCnt="5"/>
      <dgm:spPr/>
    </dgm:pt>
    <dgm:pt modelId="{342D8EEF-886A-4AF9-8061-92ED4EF82C31}" type="pres">
      <dgm:prSet presAssocID="{B7D0E3B7-3CB6-4AA8-8E9C-48140513F2A9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0A062DF3-17E3-4CFF-9ED2-506A9B40E49D}" type="pres">
      <dgm:prSet presAssocID="{FF7EBEF1-60CD-462E-8CFD-BE3B5C04C591}" presName="bottomLine" presStyleLbl="alignNode1" presStyleIdx="1" presStyleCnt="10">
        <dgm:presLayoutVars/>
      </dgm:prSet>
      <dgm:spPr/>
    </dgm:pt>
    <dgm:pt modelId="{5936D32D-723B-431B-B37E-2390F9504841}" type="pres">
      <dgm:prSet presAssocID="{FF7EBEF1-60CD-462E-8CFD-BE3B5C04C591}" presName="nodeText" presStyleLbl="bgAccFollowNode1" presStyleIdx="0" presStyleCnt="5">
        <dgm:presLayoutVars>
          <dgm:bulletEnabled val="1"/>
        </dgm:presLayoutVars>
      </dgm:prSet>
      <dgm:spPr/>
    </dgm:pt>
    <dgm:pt modelId="{9C91212E-A69F-4E93-BC62-38EB71DE2CC3}" type="pres">
      <dgm:prSet presAssocID="{B7D0E3B7-3CB6-4AA8-8E9C-48140513F2A9}" presName="sibTrans" presStyleCnt="0"/>
      <dgm:spPr/>
    </dgm:pt>
    <dgm:pt modelId="{ACF4B299-737C-4EEC-888E-A82C02AA68E9}" type="pres">
      <dgm:prSet presAssocID="{0FF5CAB5-8D15-418E-B345-95CA7FBFAD2C}" presName="compositeNode" presStyleCnt="0">
        <dgm:presLayoutVars>
          <dgm:bulletEnabled val="1"/>
        </dgm:presLayoutVars>
      </dgm:prSet>
      <dgm:spPr/>
    </dgm:pt>
    <dgm:pt modelId="{52D83FBE-C1F7-4DB9-8905-13E85757FFC6}" type="pres">
      <dgm:prSet presAssocID="{0FF5CAB5-8D15-418E-B345-95CA7FBFAD2C}" presName="bgRect" presStyleLbl="bgAccFollowNode1" presStyleIdx="1" presStyleCnt="5"/>
      <dgm:spPr/>
    </dgm:pt>
    <dgm:pt modelId="{852001FF-C1B3-42FC-9CFF-BCA33CE04B9B}" type="pres">
      <dgm:prSet presAssocID="{3B334FCC-2FB9-4A08-BABC-681B57E960D2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1A238588-417D-4880-AFEF-71D5A819C5D0}" type="pres">
      <dgm:prSet presAssocID="{0FF5CAB5-8D15-418E-B345-95CA7FBFAD2C}" presName="bottomLine" presStyleLbl="alignNode1" presStyleIdx="3" presStyleCnt="10">
        <dgm:presLayoutVars/>
      </dgm:prSet>
      <dgm:spPr/>
    </dgm:pt>
    <dgm:pt modelId="{E3B0FE1C-6559-4CCE-882E-1A7CB7570BA5}" type="pres">
      <dgm:prSet presAssocID="{0FF5CAB5-8D15-418E-B345-95CA7FBFAD2C}" presName="nodeText" presStyleLbl="bgAccFollowNode1" presStyleIdx="1" presStyleCnt="5">
        <dgm:presLayoutVars>
          <dgm:bulletEnabled val="1"/>
        </dgm:presLayoutVars>
      </dgm:prSet>
      <dgm:spPr/>
    </dgm:pt>
    <dgm:pt modelId="{7D8B44CC-3D56-4CA1-B211-EDC5D15FA3CA}" type="pres">
      <dgm:prSet presAssocID="{3B334FCC-2FB9-4A08-BABC-681B57E960D2}" presName="sibTrans" presStyleCnt="0"/>
      <dgm:spPr/>
    </dgm:pt>
    <dgm:pt modelId="{524595A1-B512-4BD2-A5EA-AB99A2A7317C}" type="pres">
      <dgm:prSet presAssocID="{BCCDBDD2-A2B8-46B0-B0F8-5C28FEF75564}" presName="compositeNode" presStyleCnt="0">
        <dgm:presLayoutVars>
          <dgm:bulletEnabled val="1"/>
        </dgm:presLayoutVars>
      </dgm:prSet>
      <dgm:spPr/>
    </dgm:pt>
    <dgm:pt modelId="{6C00122A-872D-4879-ADBA-89AD58B32958}" type="pres">
      <dgm:prSet presAssocID="{BCCDBDD2-A2B8-46B0-B0F8-5C28FEF75564}" presName="bgRect" presStyleLbl="bgAccFollowNode1" presStyleIdx="2" presStyleCnt="5"/>
      <dgm:spPr/>
    </dgm:pt>
    <dgm:pt modelId="{CDD4DFDE-3175-4A66-90DF-24ED20818A94}" type="pres">
      <dgm:prSet presAssocID="{E0E2E650-52CC-49C9-B7D2-1B0B505C1F11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9C8868E5-562C-4357-9009-32CFE00ADFC6}" type="pres">
      <dgm:prSet presAssocID="{BCCDBDD2-A2B8-46B0-B0F8-5C28FEF75564}" presName="bottomLine" presStyleLbl="alignNode1" presStyleIdx="5" presStyleCnt="10">
        <dgm:presLayoutVars/>
      </dgm:prSet>
      <dgm:spPr/>
    </dgm:pt>
    <dgm:pt modelId="{FB338BCF-25C0-49D1-9C47-085396A8ADC4}" type="pres">
      <dgm:prSet presAssocID="{BCCDBDD2-A2B8-46B0-B0F8-5C28FEF75564}" presName="nodeText" presStyleLbl="bgAccFollowNode1" presStyleIdx="2" presStyleCnt="5">
        <dgm:presLayoutVars>
          <dgm:bulletEnabled val="1"/>
        </dgm:presLayoutVars>
      </dgm:prSet>
      <dgm:spPr/>
    </dgm:pt>
    <dgm:pt modelId="{B0949F38-6FA4-4C7D-B063-CD97FFB9D51B}" type="pres">
      <dgm:prSet presAssocID="{E0E2E650-52CC-49C9-B7D2-1B0B505C1F11}" presName="sibTrans" presStyleCnt="0"/>
      <dgm:spPr/>
    </dgm:pt>
    <dgm:pt modelId="{2330518C-9DDE-49F5-9524-2149C0BC4634}" type="pres">
      <dgm:prSet presAssocID="{0F37EA74-46D8-42C2-B852-E3F9D53BC333}" presName="compositeNode" presStyleCnt="0">
        <dgm:presLayoutVars>
          <dgm:bulletEnabled val="1"/>
        </dgm:presLayoutVars>
      </dgm:prSet>
      <dgm:spPr/>
    </dgm:pt>
    <dgm:pt modelId="{7396D604-73DC-4B3D-B5F2-59FEDF29C0B8}" type="pres">
      <dgm:prSet presAssocID="{0F37EA74-46D8-42C2-B852-E3F9D53BC333}" presName="bgRect" presStyleLbl="bgAccFollowNode1" presStyleIdx="3" presStyleCnt="5"/>
      <dgm:spPr/>
    </dgm:pt>
    <dgm:pt modelId="{F607D948-39FA-4052-AD4F-0D67DBE14352}" type="pres">
      <dgm:prSet presAssocID="{98A0BBD8-B17A-42E0-95EF-5E25467CE020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8235E33D-39A3-4C92-906F-17FD5AE5D64A}" type="pres">
      <dgm:prSet presAssocID="{0F37EA74-46D8-42C2-B852-E3F9D53BC333}" presName="bottomLine" presStyleLbl="alignNode1" presStyleIdx="7" presStyleCnt="10">
        <dgm:presLayoutVars/>
      </dgm:prSet>
      <dgm:spPr/>
    </dgm:pt>
    <dgm:pt modelId="{EC40AD45-D3AC-41CC-B2C5-F50CDB602A8C}" type="pres">
      <dgm:prSet presAssocID="{0F37EA74-46D8-42C2-B852-E3F9D53BC333}" presName="nodeText" presStyleLbl="bgAccFollowNode1" presStyleIdx="3" presStyleCnt="5">
        <dgm:presLayoutVars>
          <dgm:bulletEnabled val="1"/>
        </dgm:presLayoutVars>
      </dgm:prSet>
      <dgm:spPr/>
    </dgm:pt>
    <dgm:pt modelId="{755E9D07-E160-4FCA-B501-821BAFF38E94}" type="pres">
      <dgm:prSet presAssocID="{98A0BBD8-B17A-42E0-95EF-5E25467CE020}" presName="sibTrans" presStyleCnt="0"/>
      <dgm:spPr/>
    </dgm:pt>
    <dgm:pt modelId="{A1FC8F52-2B8F-4623-85BF-8A946EC806E5}" type="pres">
      <dgm:prSet presAssocID="{B16E5709-7BD3-40B4-A37D-DD49514DBCD1}" presName="compositeNode" presStyleCnt="0">
        <dgm:presLayoutVars>
          <dgm:bulletEnabled val="1"/>
        </dgm:presLayoutVars>
      </dgm:prSet>
      <dgm:spPr/>
    </dgm:pt>
    <dgm:pt modelId="{B424F875-33C6-4719-907E-DC523BD00E0C}" type="pres">
      <dgm:prSet presAssocID="{B16E5709-7BD3-40B4-A37D-DD49514DBCD1}" presName="bgRect" presStyleLbl="bgAccFollowNode1" presStyleIdx="4" presStyleCnt="5"/>
      <dgm:spPr/>
    </dgm:pt>
    <dgm:pt modelId="{602EDD22-6F7C-4198-AE57-1E9D6729100D}" type="pres">
      <dgm:prSet presAssocID="{694D4CD2-CE1D-4B6A-9E07-E78FE92E21ED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19065ABD-7493-49E4-862C-358775A58987}" type="pres">
      <dgm:prSet presAssocID="{B16E5709-7BD3-40B4-A37D-DD49514DBCD1}" presName="bottomLine" presStyleLbl="alignNode1" presStyleIdx="9" presStyleCnt="10">
        <dgm:presLayoutVars/>
      </dgm:prSet>
      <dgm:spPr/>
    </dgm:pt>
    <dgm:pt modelId="{B36DF5C9-7438-4830-80C6-34307F3A2D37}" type="pres">
      <dgm:prSet presAssocID="{B16E5709-7BD3-40B4-A37D-DD49514DBCD1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8136D009-68E2-4F2B-9E9D-9527E9B43EF6}" type="presOf" srcId="{B16E5709-7BD3-40B4-A37D-DD49514DBCD1}" destId="{B424F875-33C6-4719-907E-DC523BD00E0C}" srcOrd="0" destOrd="0" presId="urn:microsoft.com/office/officeart/2016/7/layout/BasicLinearProcessNumbered"/>
    <dgm:cxn modelId="{A0858E0F-4812-434E-AF9C-87B3DD392E6D}" type="presOf" srcId="{FF7EBEF1-60CD-462E-8CFD-BE3B5C04C591}" destId="{5936D32D-723B-431B-B37E-2390F9504841}" srcOrd="1" destOrd="0" presId="urn:microsoft.com/office/officeart/2016/7/layout/BasicLinearProcessNumbered"/>
    <dgm:cxn modelId="{88129A11-F8EF-4BEB-8437-E50731C63AF9}" type="presOf" srcId="{0F37EA74-46D8-42C2-B852-E3F9D53BC333}" destId="{EC40AD45-D3AC-41CC-B2C5-F50CDB602A8C}" srcOrd="1" destOrd="0" presId="urn:microsoft.com/office/officeart/2016/7/layout/BasicLinearProcessNumbered"/>
    <dgm:cxn modelId="{E0C56335-6D04-41B0-B3BA-68605876AE01}" type="presOf" srcId="{E0E2E650-52CC-49C9-B7D2-1B0B505C1F11}" destId="{CDD4DFDE-3175-4A66-90DF-24ED20818A94}" srcOrd="0" destOrd="0" presId="urn:microsoft.com/office/officeart/2016/7/layout/BasicLinearProcessNumbered"/>
    <dgm:cxn modelId="{9467E738-850E-4FEF-92BB-6613E0D3A12C}" type="presOf" srcId="{FF7EBEF1-60CD-462E-8CFD-BE3B5C04C591}" destId="{B2AED2ED-CA08-4CF6-A90E-18B76B600BCC}" srcOrd="0" destOrd="0" presId="urn:microsoft.com/office/officeart/2016/7/layout/BasicLinearProcessNumbered"/>
    <dgm:cxn modelId="{5E298262-AEFC-4B07-B870-9073D0C899AC}" type="presOf" srcId="{0F37EA74-46D8-42C2-B852-E3F9D53BC333}" destId="{7396D604-73DC-4B3D-B5F2-59FEDF29C0B8}" srcOrd="0" destOrd="0" presId="urn:microsoft.com/office/officeart/2016/7/layout/BasicLinearProcessNumbered"/>
    <dgm:cxn modelId="{DEA5DA62-D38C-4536-A890-17A7CA854A8B}" srcId="{348519D3-41C0-444C-B361-4BE6582AA30D}" destId="{BCCDBDD2-A2B8-46B0-B0F8-5C28FEF75564}" srcOrd="2" destOrd="0" parTransId="{CE7740CB-1F0D-4459-8554-B65EA1DF7612}" sibTransId="{E0E2E650-52CC-49C9-B7D2-1B0B505C1F11}"/>
    <dgm:cxn modelId="{B4C90A47-EF9E-41F0-B310-C6177C0FBCD8}" srcId="{348519D3-41C0-444C-B361-4BE6582AA30D}" destId="{0FF5CAB5-8D15-418E-B345-95CA7FBFAD2C}" srcOrd="1" destOrd="0" parTransId="{C2A33917-0F63-4DC5-A29C-BE16D92D556A}" sibTransId="{3B334FCC-2FB9-4A08-BABC-681B57E960D2}"/>
    <dgm:cxn modelId="{6DA7D36B-EA1F-4CCD-BCB2-88A31E011CD5}" type="presOf" srcId="{0FF5CAB5-8D15-418E-B345-95CA7FBFAD2C}" destId="{52D83FBE-C1F7-4DB9-8905-13E85757FFC6}" srcOrd="0" destOrd="0" presId="urn:microsoft.com/office/officeart/2016/7/layout/BasicLinearProcessNumbered"/>
    <dgm:cxn modelId="{30DC336C-CAB1-4DA5-BB56-3472C71DF8D1}" srcId="{348519D3-41C0-444C-B361-4BE6582AA30D}" destId="{FF7EBEF1-60CD-462E-8CFD-BE3B5C04C591}" srcOrd="0" destOrd="0" parTransId="{0B880DCE-9C48-4E83-AF9C-670205D3D236}" sibTransId="{B7D0E3B7-3CB6-4AA8-8E9C-48140513F2A9}"/>
    <dgm:cxn modelId="{E873487B-9B92-4E3A-92F2-0D7226BDE7A2}" type="presOf" srcId="{348519D3-41C0-444C-B361-4BE6582AA30D}" destId="{0343D6A4-F813-4165-BE46-9670B38D11EE}" srcOrd="0" destOrd="0" presId="urn:microsoft.com/office/officeart/2016/7/layout/BasicLinearProcessNumbered"/>
    <dgm:cxn modelId="{48BFE38B-92C7-4D88-A258-88C85A94ABB7}" type="presOf" srcId="{B16E5709-7BD3-40B4-A37D-DD49514DBCD1}" destId="{B36DF5C9-7438-4830-80C6-34307F3A2D37}" srcOrd="1" destOrd="0" presId="urn:microsoft.com/office/officeart/2016/7/layout/BasicLinearProcessNumbered"/>
    <dgm:cxn modelId="{1437DB94-75D1-44BA-A1A0-4FD1C138F2BB}" type="presOf" srcId="{BCCDBDD2-A2B8-46B0-B0F8-5C28FEF75564}" destId="{6C00122A-872D-4879-ADBA-89AD58B32958}" srcOrd="0" destOrd="0" presId="urn:microsoft.com/office/officeart/2016/7/layout/BasicLinearProcessNumbered"/>
    <dgm:cxn modelId="{BA6CB698-5CC9-4F1C-9B5D-F622256EE6E1}" type="presOf" srcId="{BCCDBDD2-A2B8-46B0-B0F8-5C28FEF75564}" destId="{FB338BCF-25C0-49D1-9C47-085396A8ADC4}" srcOrd="1" destOrd="0" presId="urn:microsoft.com/office/officeart/2016/7/layout/BasicLinearProcessNumbered"/>
    <dgm:cxn modelId="{062B77BA-22D0-4C7A-A2E6-6704A9AB5310}" type="presOf" srcId="{694D4CD2-CE1D-4B6A-9E07-E78FE92E21ED}" destId="{602EDD22-6F7C-4198-AE57-1E9D6729100D}" srcOrd="0" destOrd="0" presId="urn:microsoft.com/office/officeart/2016/7/layout/BasicLinearProcessNumbered"/>
    <dgm:cxn modelId="{91EEBFC0-8D29-41A6-BC8C-4C1113C1D125}" srcId="{348519D3-41C0-444C-B361-4BE6582AA30D}" destId="{0F37EA74-46D8-42C2-B852-E3F9D53BC333}" srcOrd="3" destOrd="0" parTransId="{48E9AB24-C71F-4686-AC7D-233094D71B67}" sibTransId="{98A0BBD8-B17A-42E0-95EF-5E25467CE020}"/>
    <dgm:cxn modelId="{42CFE9CA-5278-4AEA-911B-2C3A80A690EF}" type="presOf" srcId="{0FF5CAB5-8D15-418E-B345-95CA7FBFAD2C}" destId="{E3B0FE1C-6559-4CCE-882E-1A7CB7570BA5}" srcOrd="1" destOrd="0" presId="urn:microsoft.com/office/officeart/2016/7/layout/BasicLinearProcessNumbered"/>
    <dgm:cxn modelId="{2CBAA5D0-1E75-4A03-A112-DF2581F980DE}" type="presOf" srcId="{3B334FCC-2FB9-4A08-BABC-681B57E960D2}" destId="{852001FF-C1B3-42FC-9CFF-BCA33CE04B9B}" srcOrd="0" destOrd="0" presId="urn:microsoft.com/office/officeart/2016/7/layout/BasicLinearProcessNumbered"/>
    <dgm:cxn modelId="{2619F4D9-9962-4BC2-A05D-2072AB6D9750}" type="presOf" srcId="{98A0BBD8-B17A-42E0-95EF-5E25467CE020}" destId="{F607D948-39FA-4052-AD4F-0D67DBE14352}" srcOrd="0" destOrd="0" presId="urn:microsoft.com/office/officeart/2016/7/layout/BasicLinearProcessNumbered"/>
    <dgm:cxn modelId="{482A75E7-0F7C-41EF-9C86-FC523F337D6C}" type="presOf" srcId="{B7D0E3B7-3CB6-4AA8-8E9C-48140513F2A9}" destId="{342D8EEF-886A-4AF9-8061-92ED4EF82C31}" srcOrd="0" destOrd="0" presId="urn:microsoft.com/office/officeart/2016/7/layout/BasicLinearProcessNumbered"/>
    <dgm:cxn modelId="{E30B73EC-6552-4500-819D-D8583C7B89AF}" srcId="{348519D3-41C0-444C-B361-4BE6582AA30D}" destId="{B16E5709-7BD3-40B4-A37D-DD49514DBCD1}" srcOrd="4" destOrd="0" parTransId="{5891D501-FF96-4B85-A183-34579B068463}" sibTransId="{694D4CD2-CE1D-4B6A-9E07-E78FE92E21ED}"/>
    <dgm:cxn modelId="{1311E1A5-E704-4762-BEA9-12BAAF43C080}" type="presParOf" srcId="{0343D6A4-F813-4165-BE46-9670B38D11EE}" destId="{7CF793EA-C964-4944-9EFC-7EB9EB75D452}" srcOrd="0" destOrd="0" presId="urn:microsoft.com/office/officeart/2016/7/layout/BasicLinearProcessNumbered"/>
    <dgm:cxn modelId="{2A605F3A-E055-4712-B69F-12099BF58C69}" type="presParOf" srcId="{7CF793EA-C964-4944-9EFC-7EB9EB75D452}" destId="{B2AED2ED-CA08-4CF6-A90E-18B76B600BCC}" srcOrd="0" destOrd="0" presId="urn:microsoft.com/office/officeart/2016/7/layout/BasicLinearProcessNumbered"/>
    <dgm:cxn modelId="{EDB415CF-9F05-4AD7-B279-F43FCBACD2DA}" type="presParOf" srcId="{7CF793EA-C964-4944-9EFC-7EB9EB75D452}" destId="{342D8EEF-886A-4AF9-8061-92ED4EF82C31}" srcOrd="1" destOrd="0" presId="urn:microsoft.com/office/officeart/2016/7/layout/BasicLinearProcessNumbered"/>
    <dgm:cxn modelId="{337A8CD7-505C-4E4C-A473-703A5FF7E9A5}" type="presParOf" srcId="{7CF793EA-C964-4944-9EFC-7EB9EB75D452}" destId="{0A062DF3-17E3-4CFF-9ED2-506A9B40E49D}" srcOrd="2" destOrd="0" presId="urn:microsoft.com/office/officeart/2016/7/layout/BasicLinearProcessNumbered"/>
    <dgm:cxn modelId="{057B781A-FF95-45BE-A82A-5E2A6AE99413}" type="presParOf" srcId="{7CF793EA-C964-4944-9EFC-7EB9EB75D452}" destId="{5936D32D-723B-431B-B37E-2390F9504841}" srcOrd="3" destOrd="0" presId="urn:microsoft.com/office/officeart/2016/7/layout/BasicLinearProcessNumbered"/>
    <dgm:cxn modelId="{0BB25200-7926-4FE9-B1BB-FD2EED720B4F}" type="presParOf" srcId="{0343D6A4-F813-4165-BE46-9670B38D11EE}" destId="{9C91212E-A69F-4E93-BC62-38EB71DE2CC3}" srcOrd="1" destOrd="0" presId="urn:microsoft.com/office/officeart/2016/7/layout/BasicLinearProcessNumbered"/>
    <dgm:cxn modelId="{2ABA9394-65EA-4ECD-BC53-FAB7E7052A31}" type="presParOf" srcId="{0343D6A4-F813-4165-BE46-9670B38D11EE}" destId="{ACF4B299-737C-4EEC-888E-A82C02AA68E9}" srcOrd="2" destOrd="0" presId="urn:microsoft.com/office/officeart/2016/7/layout/BasicLinearProcessNumbered"/>
    <dgm:cxn modelId="{19DF78E3-F068-4E35-96DC-9A92E6BCCEA0}" type="presParOf" srcId="{ACF4B299-737C-4EEC-888E-A82C02AA68E9}" destId="{52D83FBE-C1F7-4DB9-8905-13E85757FFC6}" srcOrd="0" destOrd="0" presId="urn:microsoft.com/office/officeart/2016/7/layout/BasicLinearProcessNumbered"/>
    <dgm:cxn modelId="{3E16E9A3-E7FF-4C24-A85E-93E2B7678C5D}" type="presParOf" srcId="{ACF4B299-737C-4EEC-888E-A82C02AA68E9}" destId="{852001FF-C1B3-42FC-9CFF-BCA33CE04B9B}" srcOrd="1" destOrd="0" presId="urn:microsoft.com/office/officeart/2016/7/layout/BasicLinearProcessNumbered"/>
    <dgm:cxn modelId="{516719E8-FD5D-428E-B4B6-211A5A1DB7B9}" type="presParOf" srcId="{ACF4B299-737C-4EEC-888E-A82C02AA68E9}" destId="{1A238588-417D-4880-AFEF-71D5A819C5D0}" srcOrd="2" destOrd="0" presId="urn:microsoft.com/office/officeart/2016/7/layout/BasicLinearProcessNumbered"/>
    <dgm:cxn modelId="{8EE47BE2-A172-476F-BE14-059C66B9BD8D}" type="presParOf" srcId="{ACF4B299-737C-4EEC-888E-A82C02AA68E9}" destId="{E3B0FE1C-6559-4CCE-882E-1A7CB7570BA5}" srcOrd="3" destOrd="0" presId="urn:microsoft.com/office/officeart/2016/7/layout/BasicLinearProcessNumbered"/>
    <dgm:cxn modelId="{0FBA2339-A38A-438C-8038-3FBC8868DE3C}" type="presParOf" srcId="{0343D6A4-F813-4165-BE46-9670B38D11EE}" destId="{7D8B44CC-3D56-4CA1-B211-EDC5D15FA3CA}" srcOrd="3" destOrd="0" presId="urn:microsoft.com/office/officeart/2016/7/layout/BasicLinearProcessNumbered"/>
    <dgm:cxn modelId="{18A8D7C3-C513-417C-A422-53F2E9505069}" type="presParOf" srcId="{0343D6A4-F813-4165-BE46-9670B38D11EE}" destId="{524595A1-B512-4BD2-A5EA-AB99A2A7317C}" srcOrd="4" destOrd="0" presId="urn:microsoft.com/office/officeart/2016/7/layout/BasicLinearProcessNumbered"/>
    <dgm:cxn modelId="{F08A83C5-84C3-47B1-A870-A5D72EA4CE5B}" type="presParOf" srcId="{524595A1-B512-4BD2-A5EA-AB99A2A7317C}" destId="{6C00122A-872D-4879-ADBA-89AD58B32958}" srcOrd="0" destOrd="0" presId="urn:microsoft.com/office/officeart/2016/7/layout/BasicLinearProcessNumbered"/>
    <dgm:cxn modelId="{3C0E3513-616D-4832-95D7-5C65028F8CD6}" type="presParOf" srcId="{524595A1-B512-4BD2-A5EA-AB99A2A7317C}" destId="{CDD4DFDE-3175-4A66-90DF-24ED20818A94}" srcOrd="1" destOrd="0" presId="urn:microsoft.com/office/officeart/2016/7/layout/BasicLinearProcessNumbered"/>
    <dgm:cxn modelId="{21EDA736-03A3-45E0-94EB-8C8312B4A681}" type="presParOf" srcId="{524595A1-B512-4BD2-A5EA-AB99A2A7317C}" destId="{9C8868E5-562C-4357-9009-32CFE00ADFC6}" srcOrd="2" destOrd="0" presId="urn:microsoft.com/office/officeart/2016/7/layout/BasicLinearProcessNumbered"/>
    <dgm:cxn modelId="{CD7A916C-FFCB-428D-A995-03B0DE3F6C87}" type="presParOf" srcId="{524595A1-B512-4BD2-A5EA-AB99A2A7317C}" destId="{FB338BCF-25C0-49D1-9C47-085396A8ADC4}" srcOrd="3" destOrd="0" presId="urn:microsoft.com/office/officeart/2016/7/layout/BasicLinearProcessNumbered"/>
    <dgm:cxn modelId="{6C182181-7A71-4694-8DB4-80B8D3280D7A}" type="presParOf" srcId="{0343D6A4-F813-4165-BE46-9670B38D11EE}" destId="{B0949F38-6FA4-4C7D-B063-CD97FFB9D51B}" srcOrd="5" destOrd="0" presId="urn:microsoft.com/office/officeart/2016/7/layout/BasicLinearProcessNumbered"/>
    <dgm:cxn modelId="{FBFE7321-05CC-411D-95E9-2FDA4B33D1AB}" type="presParOf" srcId="{0343D6A4-F813-4165-BE46-9670B38D11EE}" destId="{2330518C-9DDE-49F5-9524-2149C0BC4634}" srcOrd="6" destOrd="0" presId="urn:microsoft.com/office/officeart/2016/7/layout/BasicLinearProcessNumbered"/>
    <dgm:cxn modelId="{62F71746-1359-453C-9CE4-BE8280E2071C}" type="presParOf" srcId="{2330518C-9DDE-49F5-9524-2149C0BC4634}" destId="{7396D604-73DC-4B3D-B5F2-59FEDF29C0B8}" srcOrd="0" destOrd="0" presId="urn:microsoft.com/office/officeart/2016/7/layout/BasicLinearProcessNumbered"/>
    <dgm:cxn modelId="{2584C258-A3EA-430C-A14E-761744421461}" type="presParOf" srcId="{2330518C-9DDE-49F5-9524-2149C0BC4634}" destId="{F607D948-39FA-4052-AD4F-0D67DBE14352}" srcOrd="1" destOrd="0" presId="urn:microsoft.com/office/officeart/2016/7/layout/BasicLinearProcessNumbered"/>
    <dgm:cxn modelId="{98E67D3E-77C8-4806-A23B-C4DB06959C99}" type="presParOf" srcId="{2330518C-9DDE-49F5-9524-2149C0BC4634}" destId="{8235E33D-39A3-4C92-906F-17FD5AE5D64A}" srcOrd="2" destOrd="0" presId="urn:microsoft.com/office/officeart/2016/7/layout/BasicLinearProcessNumbered"/>
    <dgm:cxn modelId="{4C84812A-395E-458C-8CA8-BE5DAC99612A}" type="presParOf" srcId="{2330518C-9DDE-49F5-9524-2149C0BC4634}" destId="{EC40AD45-D3AC-41CC-B2C5-F50CDB602A8C}" srcOrd="3" destOrd="0" presId="urn:microsoft.com/office/officeart/2016/7/layout/BasicLinearProcessNumbered"/>
    <dgm:cxn modelId="{BA393A37-A87F-4118-81B2-07D82A195374}" type="presParOf" srcId="{0343D6A4-F813-4165-BE46-9670B38D11EE}" destId="{755E9D07-E160-4FCA-B501-821BAFF38E94}" srcOrd="7" destOrd="0" presId="urn:microsoft.com/office/officeart/2016/7/layout/BasicLinearProcessNumbered"/>
    <dgm:cxn modelId="{A3E636E7-0C10-469A-A6EC-71C4BE85B660}" type="presParOf" srcId="{0343D6A4-F813-4165-BE46-9670B38D11EE}" destId="{A1FC8F52-2B8F-4623-85BF-8A946EC806E5}" srcOrd="8" destOrd="0" presId="urn:microsoft.com/office/officeart/2016/7/layout/BasicLinearProcessNumbered"/>
    <dgm:cxn modelId="{C68C2949-39EF-4CAF-A4FF-FA75EA9318A3}" type="presParOf" srcId="{A1FC8F52-2B8F-4623-85BF-8A946EC806E5}" destId="{B424F875-33C6-4719-907E-DC523BD00E0C}" srcOrd="0" destOrd="0" presId="urn:microsoft.com/office/officeart/2016/7/layout/BasicLinearProcessNumbered"/>
    <dgm:cxn modelId="{2D6A9DF8-9691-4B41-B962-9C1FFE02D9B2}" type="presParOf" srcId="{A1FC8F52-2B8F-4623-85BF-8A946EC806E5}" destId="{602EDD22-6F7C-4198-AE57-1E9D6729100D}" srcOrd="1" destOrd="0" presId="urn:microsoft.com/office/officeart/2016/7/layout/BasicLinearProcessNumbered"/>
    <dgm:cxn modelId="{98FD88E1-F853-4133-A87D-EA2185D09946}" type="presParOf" srcId="{A1FC8F52-2B8F-4623-85BF-8A946EC806E5}" destId="{19065ABD-7493-49E4-862C-358775A58987}" srcOrd="2" destOrd="0" presId="urn:microsoft.com/office/officeart/2016/7/layout/BasicLinearProcessNumbered"/>
    <dgm:cxn modelId="{DB634969-4C55-4BF8-A55F-64C78E9DF145}" type="presParOf" srcId="{A1FC8F52-2B8F-4623-85BF-8A946EC806E5}" destId="{B36DF5C9-7438-4830-80C6-34307F3A2D3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C2E284-7710-426D-81C1-303989536F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9D9EAA-3A30-4A64-8D90-6FC43405D4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Reflect on cognitive load</a:t>
          </a:r>
        </a:p>
      </dgm:t>
    </dgm:pt>
    <dgm:pt modelId="{385635A6-263E-41A5-B1F2-0863677FE182}" type="parTrans" cxnId="{C29C563D-1214-40ED-8A58-4FC33412AEA6}">
      <dgm:prSet/>
      <dgm:spPr/>
      <dgm:t>
        <a:bodyPr/>
        <a:lstStyle/>
        <a:p>
          <a:endParaRPr lang="en-US"/>
        </a:p>
      </dgm:t>
    </dgm:pt>
    <dgm:pt modelId="{E808DD2F-55B6-4AAB-ABA7-0C79DD0639A8}" type="sibTrans" cxnId="{C29C563D-1214-40ED-8A58-4FC33412AEA6}">
      <dgm:prSet/>
      <dgm:spPr/>
      <dgm:t>
        <a:bodyPr/>
        <a:lstStyle/>
        <a:p>
          <a:endParaRPr lang="en-US"/>
        </a:p>
      </dgm:t>
    </dgm:pt>
    <dgm:pt modelId="{2EC9CF60-544E-4A5D-82A9-9EFAAA517B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Consider risks of overusing video</a:t>
          </a:r>
        </a:p>
      </dgm:t>
    </dgm:pt>
    <dgm:pt modelId="{EB60BD3F-CA53-463A-BEC8-D28861CCBEB0}" type="parTrans" cxnId="{8296BA57-D722-45CD-95CC-9875CB5D0259}">
      <dgm:prSet/>
      <dgm:spPr/>
      <dgm:t>
        <a:bodyPr/>
        <a:lstStyle/>
        <a:p>
          <a:endParaRPr lang="en-US"/>
        </a:p>
      </dgm:t>
    </dgm:pt>
    <dgm:pt modelId="{8E999931-3231-4B65-B19B-A15F13A92472}" type="sibTrans" cxnId="{8296BA57-D722-45CD-95CC-9875CB5D0259}">
      <dgm:prSet/>
      <dgm:spPr/>
      <dgm:t>
        <a:bodyPr/>
        <a:lstStyle/>
        <a:p>
          <a:endParaRPr lang="en-US"/>
        </a:p>
      </dgm:t>
    </dgm:pt>
    <dgm:pt modelId="{B63B7733-27D9-4AE4-9D9A-FB2167551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Plan for active engagement</a:t>
          </a:r>
        </a:p>
      </dgm:t>
    </dgm:pt>
    <dgm:pt modelId="{5BB0993A-61AC-4254-9009-655692F07420}" type="parTrans" cxnId="{22E39FA4-C723-4A16-BFE0-51DDDBD5F6F9}">
      <dgm:prSet/>
      <dgm:spPr/>
      <dgm:t>
        <a:bodyPr/>
        <a:lstStyle/>
        <a:p>
          <a:endParaRPr lang="en-US"/>
        </a:p>
      </dgm:t>
    </dgm:pt>
    <dgm:pt modelId="{08C50EEA-4600-4E03-A1E5-A72ECF12552D}" type="sibTrans" cxnId="{22E39FA4-C723-4A16-BFE0-51DDDBD5F6F9}">
      <dgm:prSet/>
      <dgm:spPr/>
      <dgm:t>
        <a:bodyPr/>
        <a:lstStyle/>
        <a:p>
          <a:endParaRPr lang="en-US"/>
        </a:p>
      </dgm:t>
    </dgm:pt>
    <dgm:pt modelId="{F23272B8-29AC-4BC5-95AB-35025456DC86}" type="pres">
      <dgm:prSet presAssocID="{1AC2E284-7710-426D-81C1-303989536F20}" presName="root" presStyleCnt="0">
        <dgm:presLayoutVars>
          <dgm:dir/>
          <dgm:resizeHandles val="exact"/>
        </dgm:presLayoutVars>
      </dgm:prSet>
      <dgm:spPr/>
    </dgm:pt>
    <dgm:pt modelId="{2EBE70C3-63CF-4B1A-A69B-8AB94038D829}" type="pres">
      <dgm:prSet presAssocID="{0D9D9EAA-3A30-4A64-8D90-6FC43405D49D}" presName="compNode" presStyleCnt="0"/>
      <dgm:spPr/>
    </dgm:pt>
    <dgm:pt modelId="{E703FF8D-E8A8-43C7-8E2E-71D5FC596015}" type="pres">
      <dgm:prSet presAssocID="{0D9D9EAA-3A30-4A64-8D90-6FC43405D49D}" presName="bgRect" presStyleLbl="bgShp" presStyleIdx="0" presStyleCnt="3"/>
      <dgm:spPr/>
    </dgm:pt>
    <dgm:pt modelId="{841CB8CC-541A-483F-BAE8-B100C011CA90}" type="pres">
      <dgm:prSet presAssocID="{0D9D9EAA-3A30-4A64-8D90-6FC43405D4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08F0873-0025-432A-8A8E-7F48552DEF34}" type="pres">
      <dgm:prSet presAssocID="{0D9D9EAA-3A30-4A64-8D90-6FC43405D49D}" presName="spaceRect" presStyleCnt="0"/>
      <dgm:spPr/>
    </dgm:pt>
    <dgm:pt modelId="{7E3415D7-746C-4A05-9E08-8B3E130D5FBF}" type="pres">
      <dgm:prSet presAssocID="{0D9D9EAA-3A30-4A64-8D90-6FC43405D49D}" presName="parTx" presStyleLbl="revTx" presStyleIdx="0" presStyleCnt="3">
        <dgm:presLayoutVars>
          <dgm:chMax val="0"/>
          <dgm:chPref val="0"/>
        </dgm:presLayoutVars>
      </dgm:prSet>
      <dgm:spPr/>
    </dgm:pt>
    <dgm:pt modelId="{B056E777-35CB-4C1C-8510-94EE58105F57}" type="pres">
      <dgm:prSet presAssocID="{E808DD2F-55B6-4AAB-ABA7-0C79DD0639A8}" presName="sibTrans" presStyleCnt="0"/>
      <dgm:spPr/>
    </dgm:pt>
    <dgm:pt modelId="{89E1BFF9-48E5-424D-900B-BA2BEBD904A1}" type="pres">
      <dgm:prSet presAssocID="{2EC9CF60-544E-4A5D-82A9-9EFAAA517B30}" presName="compNode" presStyleCnt="0"/>
      <dgm:spPr/>
    </dgm:pt>
    <dgm:pt modelId="{B48207A5-B107-40EA-AEDA-70E8DB0681FC}" type="pres">
      <dgm:prSet presAssocID="{2EC9CF60-544E-4A5D-82A9-9EFAAA517B30}" presName="bgRect" presStyleLbl="bgShp" presStyleIdx="1" presStyleCnt="3"/>
      <dgm:spPr/>
    </dgm:pt>
    <dgm:pt modelId="{25557B23-E35B-42AB-BDBC-3F145F632375}" type="pres">
      <dgm:prSet presAssocID="{2EC9CF60-544E-4A5D-82A9-9EFAAA517B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0BA76E78-7AC3-40C3-BD26-9A4033CE40A3}" type="pres">
      <dgm:prSet presAssocID="{2EC9CF60-544E-4A5D-82A9-9EFAAA517B30}" presName="spaceRect" presStyleCnt="0"/>
      <dgm:spPr/>
    </dgm:pt>
    <dgm:pt modelId="{F60A2D0B-4F99-4185-9F52-6514D6E1761A}" type="pres">
      <dgm:prSet presAssocID="{2EC9CF60-544E-4A5D-82A9-9EFAAA517B30}" presName="parTx" presStyleLbl="revTx" presStyleIdx="1" presStyleCnt="3">
        <dgm:presLayoutVars>
          <dgm:chMax val="0"/>
          <dgm:chPref val="0"/>
        </dgm:presLayoutVars>
      </dgm:prSet>
      <dgm:spPr/>
    </dgm:pt>
    <dgm:pt modelId="{3E50CF0D-04E4-48C3-9BA7-3853668D5255}" type="pres">
      <dgm:prSet presAssocID="{8E999931-3231-4B65-B19B-A15F13A92472}" presName="sibTrans" presStyleCnt="0"/>
      <dgm:spPr/>
    </dgm:pt>
    <dgm:pt modelId="{7DA315D5-C408-47E6-88AE-A185C370936E}" type="pres">
      <dgm:prSet presAssocID="{B63B7733-27D9-4AE4-9D9A-FB2167551334}" presName="compNode" presStyleCnt="0"/>
      <dgm:spPr/>
    </dgm:pt>
    <dgm:pt modelId="{0CF1273B-B80A-4805-B43C-B309F582FB20}" type="pres">
      <dgm:prSet presAssocID="{B63B7733-27D9-4AE4-9D9A-FB2167551334}" presName="bgRect" presStyleLbl="bgShp" presStyleIdx="2" presStyleCnt="3"/>
      <dgm:spPr/>
    </dgm:pt>
    <dgm:pt modelId="{776CADFC-7605-41E7-8264-BB9F72D590CF}" type="pres">
      <dgm:prSet presAssocID="{B63B7733-27D9-4AE4-9D9A-FB21675513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B0DFB85-C078-4A00-8A76-DBAC742353BE}" type="pres">
      <dgm:prSet presAssocID="{B63B7733-27D9-4AE4-9D9A-FB2167551334}" presName="spaceRect" presStyleCnt="0"/>
      <dgm:spPr/>
    </dgm:pt>
    <dgm:pt modelId="{F02A14F1-407B-43B2-837F-63AE04F377E0}" type="pres">
      <dgm:prSet presAssocID="{B63B7733-27D9-4AE4-9D9A-FB216755133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9C563D-1214-40ED-8A58-4FC33412AEA6}" srcId="{1AC2E284-7710-426D-81C1-303989536F20}" destId="{0D9D9EAA-3A30-4A64-8D90-6FC43405D49D}" srcOrd="0" destOrd="0" parTransId="{385635A6-263E-41A5-B1F2-0863677FE182}" sibTransId="{E808DD2F-55B6-4AAB-ABA7-0C79DD0639A8}"/>
    <dgm:cxn modelId="{89B41F48-4CC9-481B-B249-861A4BCC2D46}" type="presOf" srcId="{B63B7733-27D9-4AE4-9D9A-FB2167551334}" destId="{F02A14F1-407B-43B2-837F-63AE04F377E0}" srcOrd="0" destOrd="0" presId="urn:microsoft.com/office/officeart/2018/2/layout/IconVerticalSolidList"/>
    <dgm:cxn modelId="{8296BA57-D722-45CD-95CC-9875CB5D0259}" srcId="{1AC2E284-7710-426D-81C1-303989536F20}" destId="{2EC9CF60-544E-4A5D-82A9-9EFAAA517B30}" srcOrd="1" destOrd="0" parTransId="{EB60BD3F-CA53-463A-BEC8-D28861CCBEB0}" sibTransId="{8E999931-3231-4B65-B19B-A15F13A92472}"/>
    <dgm:cxn modelId="{A97B318C-45D0-4EC1-AB57-C6D7C84B10B6}" type="presOf" srcId="{1AC2E284-7710-426D-81C1-303989536F20}" destId="{F23272B8-29AC-4BC5-95AB-35025456DC86}" srcOrd="0" destOrd="0" presId="urn:microsoft.com/office/officeart/2018/2/layout/IconVerticalSolidList"/>
    <dgm:cxn modelId="{22E39FA4-C723-4A16-BFE0-51DDDBD5F6F9}" srcId="{1AC2E284-7710-426D-81C1-303989536F20}" destId="{B63B7733-27D9-4AE4-9D9A-FB2167551334}" srcOrd="2" destOrd="0" parTransId="{5BB0993A-61AC-4254-9009-655692F07420}" sibTransId="{08C50EEA-4600-4E03-A1E5-A72ECF12552D}"/>
    <dgm:cxn modelId="{4D1916B7-7838-44E1-89F8-4EE7621E2467}" type="presOf" srcId="{2EC9CF60-544E-4A5D-82A9-9EFAAA517B30}" destId="{F60A2D0B-4F99-4185-9F52-6514D6E1761A}" srcOrd="0" destOrd="0" presId="urn:microsoft.com/office/officeart/2018/2/layout/IconVerticalSolidList"/>
    <dgm:cxn modelId="{8ABB21EE-B601-45EF-9122-E0EC5FE529E3}" type="presOf" srcId="{0D9D9EAA-3A30-4A64-8D90-6FC43405D49D}" destId="{7E3415D7-746C-4A05-9E08-8B3E130D5FBF}" srcOrd="0" destOrd="0" presId="urn:microsoft.com/office/officeart/2018/2/layout/IconVerticalSolidList"/>
    <dgm:cxn modelId="{AEEED477-2FDC-4F25-903A-9A0D009E3295}" type="presParOf" srcId="{F23272B8-29AC-4BC5-95AB-35025456DC86}" destId="{2EBE70C3-63CF-4B1A-A69B-8AB94038D829}" srcOrd="0" destOrd="0" presId="urn:microsoft.com/office/officeart/2018/2/layout/IconVerticalSolidList"/>
    <dgm:cxn modelId="{45799AA6-3214-4768-ADFA-AD3300AAF07F}" type="presParOf" srcId="{2EBE70C3-63CF-4B1A-A69B-8AB94038D829}" destId="{E703FF8D-E8A8-43C7-8E2E-71D5FC596015}" srcOrd="0" destOrd="0" presId="urn:microsoft.com/office/officeart/2018/2/layout/IconVerticalSolidList"/>
    <dgm:cxn modelId="{445787E6-D183-4EFD-979E-076EF0606BF5}" type="presParOf" srcId="{2EBE70C3-63CF-4B1A-A69B-8AB94038D829}" destId="{841CB8CC-541A-483F-BAE8-B100C011CA90}" srcOrd="1" destOrd="0" presId="urn:microsoft.com/office/officeart/2018/2/layout/IconVerticalSolidList"/>
    <dgm:cxn modelId="{0E73D915-177D-4DAC-9B5D-3F179D049B85}" type="presParOf" srcId="{2EBE70C3-63CF-4B1A-A69B-8AB94038D829}" destId="{808F0873-0025-432A-8A8E-7F48552DEF34}" srcOrd="2" destOrd="0" presId="urn:microsoft.com/office/officeart/2018/2/layout/IconVerticalSolidList"/>
    <dgm:cxn modelId="{1F8345D2-E19E-4210-8A27-36B492E669D7}" type="presParOf" srcId="{2EBE70C3-63CF-4B1A-A69B-8AB94038D829}" destId="{7E3415D7-746C-4A05-9E08-8B3E130D5FBF}" srcOrd="3" destOrd="0" presId="urn:microsoft.com/office/officeart/2018/2/layout/IconVerticalSolidList"/>
    <dgm:cxn modelId="{67753650-9274-451A-A54D-6731E9E5AD27}" type="presParOf" srcId="{F23272B8-29AC-4BC5-95AB-35025456DC86}" destId="{B056E777-35CB-4C1C-8510-94EE58105F57}" srcOrd="1" destOrd="0" presId="urn:microsoft.com/office/officeart/2018/2/layout/IconVerticalSolidList"/>
    <dgm:cxn modelId="{EFD5E0FD-8BF9-4DF6-AD67-9534BAE62566}" type="presParOf" srcId="{F23272B8-29AC-4BC5-95AB-35025456DC86}" destId="{89E1BFF9-48E5-424D-900B-BA2BEBD904A1}" srcOrd="2" destOrd="0" presId="urn:microsoft.com/office/officeart/2018/2/layout/IconVerticalSolidList"/>
    <dgm:cxn modelId="{8A7EFC3A-A962-430D-AE6C-A87D3C47D366}" type="presParOf" srcId="{89E1BFF9-48E5-424D-900B-BA2BEBD904A1}" destId="{B48207A5-B107-40EA-AEDA-70E8DB0681FC}" srcOrd="0" destOrd="0" presId="urn:microsoft.com/office/officeart/2018/2/layout/IconVerticalSolidList"/>
    <dgm:cxn modelId="{00E04A11-02F2-479D-9EFE-7E26190C7970}" type="presParOf" srcId="{89E1BFF9-48E5-424D-900B-BA2BEBD904A1}" destId="{25557B23-E35B-42AB-BDBC-3F145F632375}" srcOrd="1" destOrd="0" presId="urn:microsoft.com/office/officeart/2018/2/layout/IconVerticalSolidList"/>
    <dgm:cxn modelId="{2949F922-4D5E-4954-8D27-8555906D4499}" type="presParOf" srcId="{89E1BFF9-48E5-424D-900B-BA2BEBD904A1}" destId="{0BA76E78-7AC3-40C3-BD26-9A4033CE40A3}" srcOrd="2" destOrd="0" presId="urn:microsoft.com/office/officeart/2018/2/layout/IconVerticalSolidList"/>
    <dgm:cxn modelId="{B1D36DAD-F368-4F02-90E7-03E416451C81}" type="presParOf" srcId="{89E1BFF9-48E5-424D-900B-BA2BEBD904A1}" destId="{F60A2D0B-4F99-4185-9F52-6514D6E1761A}" srcOrd="3" destOrd="0" presId="urn:microsoft.com/office/officeart/2018/2/layout/IconVerticalSolidList"/>
    <dgm:cxn modelId="{E3BB5D29-24D6-4207-92DE-47846F2208B2}" type="presParOf" srcId="{F23272B8-29AC-4BC5-95AB-35025456DC86}" destId="{3E50CF0D-04E4-48C3-9BA7-3853668D5255}" srcOrd="3" destOrd="0" presId="urn:microsoft.com/office/officeart/2018/2/layout/IconVerticalSolidList"/>
    <dgm:cxn modelId="{6C53E9AD-75C9-4385-A607-12C50D2EE211}" type="presParOf" srcId="{F23272B8-29AC-4BC5-95AB-35025456DC86}" destId="{7DA315D5-C408-47E6-88AE-A185C370936E}" srcOrd="4" destOrd="0" presId="urn:microsoft.com/office/officeart/2018/2/layout/IconVerticalSolidList"/>
    <dgm:cxn modelId="{3F9558D3-A693-4608-B65F-167DF8DDAEE1}" type="presParOf" srcId="{7DA315D5-C408-47E6-88AE-A185C370936E}" destId="{0CF1273B-B80A-4805-B43C-B309F582FB20}" srcOrd="0" destOrd="0" presId="urn:microsoft.com/office/officeart/2018/2/layout/IconVerticalSolidList"/>
    <dgm:cxn modelId="{73946337-87D7-4CBD-AD49-5879638E4A92}" type="presParOf" srcId="{7DA315D5-C408-47E6-88AE-A185C370936E}" destId="{776CADFC-7605-41E7-8264-BB9F72D590CF}" srcOrd="1" destOrd="0" presId="urn:microsoft.com/office/officeart/2018/2/layout/IconVerticalSolidList"/>
    <dgm:cxn modelId="{58C79718-E631-42D9-B7D1-9798B468BD8A}" type="presParOf" srcId="{7DA315D5-C408-47E6-88AE-A185C370936E}" destId="{EB0DFB85-C078-4A00-8A76-DBAC742353BE}" srcOrd="2" destOrd="0" presId="urn:microsoft.com/office/officeart/2018/2/layout/IconVerticalSolidList"/>
    <dgm:cxn modelId="{1BCA5DE7-A007-4661-9C39-637C055B9109}" type="presParOf" srcId="{7DA315D5-C408-47E6-88AE-A185C370936E}" destId="{F02A14F1-407B-43B2-837F-63AE04F377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E898706-F3EF-4DA5-9507-7E39FAC90C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F3CADB-734C-4AFA-85D9-B1876FC68B3B}">
      <dgm:prSet/>
      <dgm:spPr/>
      <dgm:t>
        <a:bodyPr/>
        <a:lstStyle/>
        <a:p>
          <a:r>
            <a:rPr lang="en-US"/>
            <a:t>Create a 3–5 minute instructional video</a:t>
          </a:r>
        </a:p>
      </dgm:t>
    </dgm:pt>
    <dgm:pt modelId="{0001AB6D-930E-47B9-8807-DBA376B2D80F}" type="parTrans" cxnId="{E1F3E571-1BFE-469A-BC4C-C91DFCAE14DF}">
      <dgm:prSet/>
      <dgm:spPr/>
      <dgm:t>
        <a:bodyPr/>
        <a:lstStyle/>
        <a:p>
          <a:endParaRPr lang="en-US"/>
        </a:p>
      </dgm:t>
    </dgm:pt>
    <dgm:pt modelId="{39460B7F-2A84-4859-A52E-1F9143F75603}" type="sibTrans" cxnId="{E1F3E571-1BFE-469A-BC4C-C91DFCAE14DF}">
      <dgm:prSet/>
      <dgm:spPr/>
      <dgm:t>
        <a:bodyPr/>
        <a:lstStyle/>
        <a:p>
          <a:endParaRPr lang="en-US"/>
        </a:p>
      </dgm:t>
    </dgm:pt>
    <dgm:pt modelId="{61443BED-A64E-4171-904B-FA7BF55199EA}">
      <dgm:prSet/>
      <dgm:spPr/>
      <dgm:t>
        <a:bodyPr/>
        <a:lstStyle/>
        <a:p>
          <a:r>
            <a:rPr lang="en-US" dirty="0"/>
            <a:t>Develop script and storyboard aligned with listed objectives</a:t>
          </a:r>
        </a:p>
      </dgm:t>
    </dgm:pt>
    <dgm:pt modelId="{B813055D-5A44-448E-9A0E-F59090C67E03}" type="parTrans" cxnId="{2114DFF7-EDE1-4984-B6FC-4299C9252D73}">
      <dgm:prSet/>
      <dgm:spPr/>
      <dgm:t>
        <a:bodyPr/>
        <a:lstStyle/>
        <a:p>
          <a:endParaRPr lang="en-US"/>
        </a:p>
      </dgm:t>
    </dgm:pt>
    <dgm:pt modelId="{BE25D8C4-ADCB-4488-9A0C-FD7A12EBBCCD}" type="sibTrans" cxnId="{2114DFF7-EDE1-4984-B6FC-4299C9252D73}">
      <dgm:prSet/>
      <dgm:spPr/>
      <dgm:t>
        <a:bodyPr/>
        <a:lstStyle/>
        <a:p>
          <a:endParaRPr lang="en-US"/>
        </a:p>
      </dgm:t>
    </dgm:pt>
    <dgm:pt modelId="{E014DBDB-7099-41A2-AA47-49A374C0915F}">
      <dgm:prSet/>
      <dgm:spPr/>
      <dgm:t>
        <a:bodyPr/>
        <a:lstStyle/>
        <a:p>
          <a:r>
            <a:rPr lang="en-US" dirty="0"/>
            <a:t>Use Screencast-O-Matic, Microsoft Stream, Canva, </a:t>
          </a:r>
          <a:r>
            <a:rPr lang="en-US" dirty="0" err="1"/>
            <a:t>CapCut</a:t>
          </a:r>
          <a:r>
            <a:rPr lang="en-US" dirty="0"/>
            <a:t> or any other tool</a:t>
          </a:r>
        </a:p>
      </dgm:t>
    </dgm:pt>
    <dgm:pt modelId="{7FC7B658-4A4C-46C7-9C90-00383C9D3C67}" type="parTrans" cxnId="{A724FFD9-AE0F-4677-818C-24A89564C842}">
      <dgm:prSet/>
      <dgm:spPr/>
      <dgm:t>
        <a:bodyPr/>
        <a:lstStyle/>
        <a:p>
          <a:endParaRPr lang="en-US"/>
        </a:p>
      </dgm:t>
    </dgm:pt>
    <dgm:pt modelId="{E6564FB6-10F7-4880-9849-58D1A787DB6D}" type="sibTrans" cxnId="{A724FFD9-AE0F-4677-818C-24A89564C842}">
      <dgm:prSet/>
      <dgm:spPr/>
      <dgm:t>
        <a:bodyPr/>
        <a:lstStyle/>
        <a:p>
          <a:endParaRPr lang="en-US"/>
        </a:p>
      </dgm:t>
    </dgm:pt>
    <dgm:pt modelId="{0A441DDC-E73F-42D3-ABD8-2BB2CE07BC2F}">
      <dgm:prSet/>
      <dgm:spPr/>
      <dgm:t>
        <a:bodyPr/>
        <a:lstStyle/>
        <a:p>
          <a:r>
            <a:rPr lang="en-US"/>
            <a:t>Reflect on design decisions</a:t>
          </a:r>
        </a:p>
      </dgm:t>
    </dgm:pt>
    <dgm:pt modelId="{3C000795-FADB-484F-98F1-130013879F42}" type="parTrans" cxnId="{91E50355-8B10-4C4D-9042-63533F33D900}">
      <dgm:prSet/>
      <dgm:spPr/>
      <dgm:t>
        <a:bodyPr/>
        <a:lstStyle/>
        <a:p>
          <a:endParaRPr lang="en-US"/>
        </a:p>
      </dgm:t>
    </dgm:pt>
    <dgm:pt modelId="{60FA17B1-2FF0-4D8D-8268-6A51D77C8970}" type="sibTrans" cxnId="{91E50355-8B10-4C4D-9042-63533F33D900}">
      <dgm:prSet/>
      <dgm:spPr/>
      <dgm:t>
        <a:bodyPr/>
        <a:lstStyle/>
        <a:p>
          <a:endParaRPr lang="en-US"/>
        </a:p>
      </dgm:t>
    </dgm:pt>
    <dgm:pt modelId="{0BBFE972-824E-4A72-8C78-B79B7D9D21BF}" type="pres">
      <dgm:prSet presAssocID="{5E898706-F3EF-4DA5-9507-7E39FAC90C9D}" presName="root" presStyleCnt="0">
        <dgm:presLayoutVars>
          <dgm:dir/>
          <dgm:resizeHandles val="exact"/>
        </dgm:presLayoutVars>
      </dgm:prSet>
      <dgm:spPr/>
    </dgm:pt>
    <dgm:pt modelId="{EBB1E00D-A089-4707-A1C5-9054797C6E32}" type="pres">
      <dgm:prSet presAssocID="{3DF3CADB-734C-4AFA-85D9-B1876FC68B3B}" presName="compNode" presStyleCnt="0"/>
      <dgm:spPr/>
    </dgm:pt>
    <dgm:pt modelId="{4C92F858-9F98-4DC5-B043-C64392A30318}" type="pres">
      <dgm:prSet presAssocID="{3DF3CADB-734C-4AFA-85D9-B1876FC68B3B}" presName="bgRect" presStyleLbl="bgShp" presStyleIdx="0" presStyleCnt="4"/>
      <dgm:spPr/>
    </dgm:pt>
    <dgm:pt modelId="{682FF594-30B8-4151-B9D0-BDB71621CD6F}" type="pres">
      <dgm:prSet presAssocID="{3DF3CADB-734C-4AFA-85D9-B1876FC68B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C590F3A7-DEC0-4268-BA2E-3AE13EA90E0D}" type="pres">
      <dgm:prSet presAssocID="{3DF3CADB-734C-4AFA-85D9-B1876FC68B3B}" presName="spaceRect" presStyleCnt="0"/>
      <dgm:spPr/>
    </dgm:pt>
    <dgm:pt modelId="{3612DC1D-E1FD-4EB3-8101-8C5BC3A3A737}" type="pres">
      <dgm:prSet presAssocID="{3DF3CADB-734C-4AFA-85D9-B1876FC68B3B}" presName="parTx" presStyleLbl="revTx" presStyleIdx="0" presStyleCnt="4">
        <dgm:presLayoutVars>
          <dgm:chMax val="0"/>
          <dgm:chPref val="0"/>
        </dgm:presLayoutVars>
      </dgm:prSet>
      <dgm:spPr/>
    </dgm:pt>
    <dgm:pt modelId="{996F9984-0B9D-4FF7-9F95-0242279661CB}" type="pres">
      <dgm:prSet presAssocID="{39460B7F-2A84-4859-A52E-1F9143F75603}" presName="sibTrans" presStyleCnt="0"/>
      <dgm:spPr/>
    </dgm:pt>
    <dgm:pt modelId="{A923F81B-D83B-4B71-B1D1-5A273EB19A7B}" type="pres">
      <dgm:prSet presAssocID="{61443BED-A64E-4171-904B-FA7BF55199EA}" presName="compNode" presStyleCnt="0"/>
      <dgm:spPr/>
    </dgm:pt>
    <dgm:pt modelId="{49612C2B-CAE5-4BDD-88BA-DE6071C39A78}" type="pres">
      <dgm:prSet presAssocID="{61443BED-A64E-4171-904B-FA7BF55199EA}" presName="bgRect" presStyleLbl="bgShp" presStyleIdx="1" presStyleCnt="4"/>
      <dgm:spPr/>
    </dgm:pt>
    <dgm:pt modelId="{DB68F981-25E8-4579-8A6F-C4F917BBDB38}" type="pres">
      <dgm:prSet presAssocID="{61443BED-A64E-4171-904B-FA7BF55199E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2AA75213-289D-40A8-9FF9-E08859CE5753}" type="pres">
      <dgm:prSet presAssocID="{61443BED-A64E-4171-904B-FA7BF55199EA}" presName="spaceRect" presStyleCnt="0"/>
      <dgm:spPr/>
    </dgm:pt>
    <dgm:pt modelId="{CB248335-F656-4EBD-8486-6C7E6129A2ED}" type="pres">
      <dgm:prSet presAssocID="{61443BED-A64E-4171-904B-FA7BF55199EA}" presName="parTx" presStyleLbl="revTx" presStyleIdx="1" presStyleCnt="4">
        <dgm:presLayoutVars>
          <dgm:chMax val="0"/>
          <dgm:chPref val="0"/>
        </dgm:presLayoutVars>
      </dgm:prSet>
      <dgm:spPr/>
    </dgm:pt>
    <dgm:pt modelId="{F22108FF-BB5E-4DE6-B477-2030857D6E3C}" type="pres">
      <dgm:prSet presAssocID="{BE25D8C4-ADCB-4488-9A0C-FD7A12EBBCCD}" presName="sibTrans" presStyleCnt="0"/>
      <dgm:spPr/>
    </dgm:pt>
    <dgm:pt modelId="{2CDA0C43-2468-419F-B02C-F912C9AFD7BC}" type="pres">
      <dgm:prSet presAssocID="{E014DBDB-7099-41A2-AA47-49A374C0915F}" presName="compNode" presStyleCnt="0"/>
      <dgm:spPr/>
    </dgm:pt>
    <dgm:pt modelId="{29A0A276-4E19-48A3-9BE4-5C3D59B21BAD}" type="pres">
      <dgm:prSet presAssocID="{E014DBDB-7099-41A2-AA47-49A374C0915F}" presName="bgRect" presStyleLbl="bgShp" presStyleIdx="2" presStyleCnt="4"/>
      <dgm:spPr/>
    </dgm:pt>
    <dgm:pt modelId="{AFA6AC8B-7A58-483E-A918-D09609737EAD}" type="pres">
      <dgm:prSet presAssocID="{E014DBDB-7099-41A2-AA47-49A374C0915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C85804A5-6441-4364-A780-1E73058CBD16}" type="pres">
      <dgm:prSet presAssocID="{E014DBDB-7099-41A2-AA47-49A374C0915F}" presName="spaceRect" presStyleCnt="0"/>
      <dgm:spPr/>
    </dgm:pt>
    <dgm:pt modelId="{06C62DDC-09D1-4176-A1F0-0FA478065D69}" type="pres">
      <dgm:prSet presAssocID="{E014DBDB-7099-41A2-AA47-49A374C0915F}" presName="parTx" presStyleLbl="revTx" presStyleIdx="2" presStyleCnt="4">
        <dgm:presLayoutVars>
          <dgm:chMax val="0"/>
          <dgm:chPref val="0"/>
        </dgm:presLayoutVars>
      </dgm:prSet>
      <dgm:spPr/>
    </dgm:pt>
    <dgm:pt modelId="{8AAB8D16-51E9-45F2-8282-5DC4A7A6FEE0}" type="pres">
      <dgm:prSet presAssocID="{E6564FB6-10F7-4880-9849-58D1A787DB6D}" presName="sibTrans" presStyleCnt="0"/>
      <dgm:spPr/>
    </dgm:pt>
    <dgm:pt modelId="{A9E9B183-0459-48A5-B940-FB48A9091D49}" type="pres">
      <dgm:prSet presAssocID="{0A441DDC-E73F-42D3-ABD8-2BB2CE07BC2F}" presName="compNode" presStyleCnt="0"/>
      <dgm:spPr/>
    </dgm:pt>
    <dgm:pt modelId="{FCAF81DB-AAD8-45A1-8F42-46A2CEB782B4}" type="pres">
      <dgm:prSet presAssocID="{0A441DDC-E73F-42D3-ABD8-2BB2CE07BC2F}" presName="bgRect" presStyleLbl="bgShp" presStyleIdx="3" presStyleCnt="4"/>
      <dgm:spPr/>
    </dgm:pt>
    <dgm:pt modelId="{77063420-6A9A-41BB-8743-725EED688F50}" type="pres">
      <dgm:prSet presAssocID="{0A441DDC-E73F-42D3-ABD8-2BB2CE07BC2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E280E89-36CA-498B-9983-6BC65969F3C7}" type="pres">
      <dgm:prSet presAssocID="{0A441DDC-E73F-42D3-ABD8-2BB2CE07BC2F}" presName="spaceRect" presStyleCnt="0"/>
      <dgm:spPr/>
    </dgm:pt>
    <dgm:pt modelId="{0E2A30D5-E30F-4084-855E-1524EB2B0BF0}" type="pres">
      <dgm:prSet presAssocID="{0A441DDC-E73F-42D3-ABD8-2BB2CE07BC2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5D42368-F18F-4348-8130-99B18216A1C6}" type="presOf" srcId="{3DF3CADB-734C-4AFA-85D9-B1876FC68B3B}" destId="{3612DC1D-E1FD-4EB3-8101-8C5BC3A3A737}" srcOrd="0" destOrd="0" presId="urn:microsoft.com/office/officeart/2018/2/layout/IconVerticalSolidList"/>
    <dgm:cxn modelId="{E1F3E571-1BFE-469A-BC4C-C91DFCAE14DF}" srcId="{5E898706-F3EF-4DA5-9507-7E39FAC90C9D}" destId="{3DF3CADB-734C-4AFA-85D9-B1876FC68B3B}" srcOrd="0" destOrd="0" parTransId="{0001AB6D-930E-47B9-8807-DBA376B2D80F}" sibTransId="{39460B7F-2A84-4859-A52E-1F9143F75603}"/>
    <dgm:cxn modelId="{91E50355-8B10-4C4D-9042-63533F33D900}" srcId="{5E898706-F3EF-4DA5-9507-7E39FAC90C9D}" destId="{0A441DDC-E73F-42D3-ABD8-2BB2CE07BC2F}" srcOrd="3" destOrd="0" parTransId="{3C000795-FADB-484F-98F1-130013879F42}" sibTransId="{60FA17B1-2FF0-4D8D-8268-6A51D77C8970}"/>
    <dgm:cxn modelId="{1CC8F08E-EB94-4830-839C-D888C8017B9E}" type="presOf" srcId="{E014DBDB-7099-41A2-AA47-49A374C0915F}" destId="{06C62DDC-09D1-4176-A1F0-0FA478065D69}" srcOrd="0" destOrd="0" presId="urn:microsoft.com/office/officeart/2018/2/layout/IconVerticalSolidList"/>
    <dgm:cxn modelId="{DF0C9592-679E-4F1F-97C9-C31E5BE1B6B3}" type="presOf" srcId="{61443BED-A64E-4171-904B-FA7BF55199EA}" destId="{CB248335-F656-4EBD-8486-6C7E6129A2ED}" srcOrd="0" destOrd="0" presId="urn:microsoft.com/office/officeart/2018/2/layout/IconVerticalSolidList"/>
    <dgm:cxn modelId="{A724FFD9-AE0F-4677-818C-24A89564C842}" srcId="{5E898706-F3EF-4DA5-9507-7E39FAC90C9D}" destId="{E014DBDB-7099-41A2-AA47-49A374C0915F}" srcOrd="2" destOrd="0" parTransId="{7FC7B658-4A4C-46C7-9C90-00383C9D3C67}" sibTransId="{E6564FB6-10F7-4880-9849-58D1A787DB6D}"/>
    <dgm:cxn modelId="{4DA40AF1-2B3F-4DE7-9F12-A49B977995AA}" type="presOf" srcId="{0A441DDC-E73F-42D3-ABD8-2BB2CE07BC2F}" destId="{0E2A30D5-E30F-4084-855E-1524EB2B0BF0}" srcOrd="0" destOrd="0" presId="urn:microsoft.com/office/officeart/2018/2/layout/IconVerticalSolidList"/>
    <dgm:cxn modelId="{2114DFF7-EDE1-4984-B6FC-4299C9252D73}" srcId="{5E898706-F3EF-4DA5-9507-7E39FAC90C9D}" destId="{61443BED-A64E-4171-904B-FA7BF55199EA}" srcOrd="1" destOrd="0" parTransId="{B813055D-5A44-448E-9A0E-F59090C67E03}" sibTransId="{BE25D8C4-ADCB-4488-9A0C-FD7A12EBBCCD}"/>
    <dgm:cxn modelId="{2F85B5FA-6E7F-41EA-B437-57A5052D4406}" type="presOf" srcId="{5E898706-F3EF-4DA5-9507-7E39FAC90C9D}" destId="{0BBFE972-824E-4A72-8C78-B79B7D9D21BF}" srcOrd="0" destOrd="0" presId="urn:microsoft.com/office/officeart/2018/2/layout/IconVerticalSolidList"/>
    <dgm:cxn modelId="{372847E5-2F6B-4A0A-A1F6-8384DA99A384}" type="presParOf" srcId="{0BBFE972-824E-4A72-8C78-B79B7D9D21BF}" destId="{EBB1E00D-A089-4707-A1C5-9054797C6E32}" srcOrd="0" destOrd="0" presId="urn:microsoft.com/office/officeart/2018/2/layout/IconVerticalSolidList"/>
    <dgm:cxn modelId="{4939CD8F-8101-4441-A7C0-EC9863E4D9A1}" type="presParOf" srcId="{EBB1E00D-A089-4707-A1C5-9054797C6E32}" destId="{4C92F858-9F98-4DC5-B043-C64392A30318}" srcOrd="0" destOrd="0" presId="urn:microsoft.com/office/officeart/2018/2/layout/IconVerticalSolidList"/>
    <dgm:cxn modelId="{EF1D040F-21E1-400F-8E42-7C5A6AA3D3F0}" type="presParOf" srcId="{EBB1E00D-A089-4707-A1C5-9054797C6E32}" destId="{682FF594-30B8-4151-B9D0-BDB71621CD6F}" srcOrd="1" destOrd="0" presId="urn:microsoft.com/office/officeart/2018/2/layout/IconVerticalSolidList"/>
    <dgm:cxn modelId="{3044FBC8-56C5-48A6-9341-8CB7481C6692}" type="presParOf" srcId="{EBB1E00D-A089-4707-A1C5-9054797C6E32}" destId="{C590F3A7-DEC0-4268-BA2E-3AE13EA90E0D}" srcOrd="2" destOrd="0" presId="urn:microsoft.com/office/officeart/2018/2/layout/IconVerticalSolidList"/>
    <dgm:cxn modelId="{A351A363-365C-4727-AE1C-E35E818C5AD3}" type="presParOf" srcId="{EBB1E00D-A089-4707-A1C5-9054797C6E32}" destId="{3612DC1D-E1FD-4EB3-8101-8C5BC3A3A737}" srcOrd="3" destOrd="0" presId="urn:microsoft.com/office/officeart/2018/2/layout/IconVerticalSolidList"/>
    <dgm:cxn modelId="{6EFB5EF9-AB4B-4DAA-89A5-701D39734DB2}" type="presParOf" srcId="{0BBFE972-824E-4A72-8C78-B79B7D9D21BF}" destId="{996F9984-0B9D-4FF7-9F95-0242279661CB}" srcOrd="1" destOrd="0" presId="urn:microsoft.com/office/officeart/2018/2/layout/IconVerticalSolidList"/>
    <dgm:cxn modelId="{74269B8B-12D3-4E05-A249-2FDC2C3F77AF}" type="presParOf" srcId="{0BBFE972-824E-4A72-8C78-B79B7D9D21BF}" destId="{A923F81B-D83B-4B71-B1D1-5A273EB19A7B}" srcOrd="2" destOrd="0" presId="urn:microsoft.com/office/officeart/2018/2/layout/IconVerticalSolidList"/>
    <dgm:cxn modelId="{525A81D9-09AE-4F15-9EF2-F0D04CB32719}" type="presParOf" srcId="{A923F81B-D83B-4B71-B1D1-5A273EB19A7B}" destId="{49612C2B-CAE5-4BDD-88BA-DE6071C39A78}" srcOrd="0" destOrd="0" presId="urn:microsoft.com/office/officeart/2018/2/layout/IconVerticalSolidList"/>
    <dgm:cxn modelId="{71837DEB-2A5B-48B7-96B7-2A3DC74DB1BC}" type="presParOf" srcId="{A923F81B-D83B-4B71-B1D1-5A273EB19A7B}" destId="{DB68F981-25E8-4579-8A6F-C4F917BBDB38}" srcOrd="1" destOrd="0" presId="urn:microsoft.com/office/officeart/2018/2/layout/IconVerticalSolidList"/>
    <dgm:cxn modelId="{3792F14C-4300-4E42-89AE-0B3D068BE045}" type="presParOf" srcId="{A923F81B-D83B-4B71-B1D1-5A273EB19A7B}" destId="{2AA75213-289D-40A8-9FF9-E08859CE5753}" srcOrd="2" destOrd="0" presId="urn:microsoft.com/office/officeart/2018/2/layout/IconVerticalSolidList"/>
    <dgm:cxn modelId="{51BF25F0-402A-49C3-BF31-84C5DDBAC597}" type="presParOf" srcId="{A923F81B-D83B-4B71-B1D1-5A273EB19A7B}" destId="{CB248335-F656-4EBD-8486-6C7E6129A2ED}" srcOrd="3" destOrd="0" presId="urn:microsoft.com/office/officeart/2018/2/layout/IconVerticalSolidList"/>
    <dgm:cxn modelId="{0E6A6B87-E93B-46D9-BC61-2F911DFF9578}" type="presParOf" srcId="{0BBFE972-824E-4A72-8C78-B79B7D9D21BF}" destId="{F22108FF-BB5E-4DE6-B477-2030857D6E3C}" srcOrd="3" destOrd="0" presId="urn:microsoft.com/office/officeart/2018/2/layout/IconVerticalSolidList"/>
    <dgm:cxn modelId="{59D907DC-9919-4D3D-A5B3-E08419DD988A}" type="presParOf" srcId="{0BBFE972-824E-4A72-8C78-B79B7D9D21BF}" destId="{2CDA0C43-2468-419F-B02C-F912C9AFD7BC}" srcOrd="4" destOrd="0" presId="urn:microsoft.com/office/officeart/2018/2/layout/IconVerticalSolidList"/>
    <dgm:cxn modelId="{6AB2BD7C-6BBC-4738-A817-9132B49433A4}" type="presParOf" srcId="{2CDA0C43-2468-419F-B02C-F912C9AFD7BC}" destId="{29A0A276-4E19-48A3-9BE4-5C3D59B21BAD}" srcOrd="0" destOrd="0" presId="urn:microsoft.com/office/officeart/2018/2/layout/IconVerticalSolidList"/>
    <dgm:cxn modelId="{B63A6C33-776A-4C4F-99E0-56EA9C2A7689}" type="presParOf" srcId="{2CDA0C43-2468-419F-B02C-F912C9AFD7BC}" destId="{AFA6AC8B-7A58-483E-A918-D09609737EAD}" srcOrd="1" destOrd="0" presId="urn:microsoft.com/office/officeart/2018/2/layout/IconVerticalSolidList"/>
    <dgm:cxn modelId="{B098709B-D5A0-4824-8748-FA67BD1087AB}" type="presParOf" srcId="{2CDA0C43-2468-419F-B02C-F912C9AFD7BC}" destId="{C85804A5-6441-4364-A780-1E73058CBD16}" srcOrd="2" destOrd="0" presId="urn:microsoft.com/office/officeart/2018/2/layout/IconVerticalSolidList"/>
    <dgm:cxn modelId="{7BAB6BA0-97E8-4E85-BC72-F0CEA4D4FB7E}" type="presParOf" srcId="{2CDA0C43-2468-419F-B02C-F912C9AFD7BC}" destId="{06C62DDC-09D1-4176-A1F0-0FA478065D69}" srcOrd="3" destOrd="0" presId="urn:microsoft.com/office/officeart/2018/2/layout/IconVerticalSolidList"/>
    <dgm:cxn modelId="{584E7232-93EC-4DB4-A8C4-BAF5D55E2A25}" type="presParOf" srcId="{0BBFE972-824E-4A72-8C78-B79B7D9D21BF}" destId="{8AAB8D16-51E9-45F2-8282-5DC4A7A6FEE0}" srcOrd="5" destOrd="0" presId="urn:microsoft.com/office/officeart/2018/2/layout/IconVerticalSolidList"/>
    <dgm:cxn modelId="{54429AE6-9BA3-462E-981F-5698249359F0}" type="presParOf" srcId="{0BBFE972-824E-4A72-8C78-B79B7D9D21BF}" destId="{A9E9B183-0459-48A5-B940-FB48A9091D49}" srcOrd="6" destOrd="0" presId="urn:microsoft.com/office/officeart/2018/2/layout/IconVerticalSolidList"/>
    <dgm:cxn modelId="{DB0CB7B2-F37E-44F8-A34C-02528C1B89E8}" type="presParOf" srcId="{A9E9B183-0459-48A5-B940-FB48A9091D49}" destId="{FCAF81DB-AAD8-45A1-8F42-46A2CEB782B4}" srcOrd="0" destOrd="0" presId="urn:microsoft.com/office/officeart/2018/2/layout/IconVerticalSolidList"/>
    <dgm:cxn modelId="{1B008152-F51F-44D8-98C5-DEDF9DAFE0EB}" type="presParOf" srcId="{A9E9B183-0459-48A5-B940-FB48A9091D49}" destId="{77063420-6A9A-41BB-8743-725EED688F50}" srcOrd="1" destOrd="0" presId="urn:microsoft.com/office/officeart/2018/2/layout/IconVerticalSolidList"/>
    <dgm:cxn modelId="{866ABEBB-0438-4942-9536-08168C87213E}" type="presParOf" srcId="{A9E9B183-0459-48A5-B940-FB48A9091D49}" destId="{6E280E89-36CA-498B-9983-6BC65969F3C7}" srcOrd="2" destOrd="0" presId="urn:microsoft.com/office/officeart/2018/2/layout/IconVerticalSolidList"/>
    <dgm:cxn modelId="{D16E26AF-D039-4E11-BB44-E7736F4C92AE}" type="presParOf" srcId="{A9E9B183-0459-48A5-B940-FB48A9091D49}" destId="{0E2A30D5-E30F-4084-855E-1524EB2B0B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569DB-5681-4927-A792-B160A7602473}">
      <dsp:nvSpPr>
        <dsp:cNvPr id="0" name=""/>
        <dsp:cNvSpPr/>
      </dsp:nvSpPr>
      <dsp:spPr>
        <a:xfrm>
          <a:off x="0" y="4138862"/>
          <a:ext cx="1227224" cy="6790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13792" rIns="87280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Evaluate</a:t>
          </a:r>
        </a:p>
      </dsp:txBody>
      <dsp:txXfrm>
        <a:off x="0" y="4138862"/>
        <a:ext cx="1227224" cy="679014"/>
      </dsp:txXfrm>
    </dsp:sp>
    <dsp:sp modelId="{02A7D6BC-B920-4DBF-80BC-087F9B6E9145}">
      <dsp:nvSpPr>
        <dsp:cNvPr id="0" name=""/>
        <dsp:cNvSpPr/>
      </dsp:nvSpPr>
      <dsp:spPr>
        <a:xfrm>
          <a:off x="1227224" y="4138862"/>
          <a:ext cx="3681675" cy="67901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177800" rIns="74682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Evaluate instructional quality and accessibility</a:t>
          </a:r>
        </a:p>
      </dsp:txBody>
      <dsp:txXfrm>
        <a:off x="1227224" y="4138862"/>
        <a:ext cx="3681675" cy="679014"/>
      </dsp:txXfrm>
    </dsp:sp>
    <dsp:sp modelId="{94E6EF83-F74B-4400-9689-E9CDBFF14CF0}">
      <dsp:nvSpPr>
        <dsp:cNvPr id="0" name=""/>
        <dsp:cNvSpPr/>
      </dsp:nvSpPr>
      <dsp:spPr>
        <a:xfrm rot="10800000">
          <a:off x="0" y="3104723"/>
          <a:ext cx="1227224" cy="10443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777537"/>
                <a:satOff val="-4113"/>
                <a:lumOff val="-1568"/>
                <a:alphaOff val="0"/>
                <a:tint val="98000"/>
                <a:lumMod val="100000"/>
              </a:schemeClr>
            </a:gs>
            <a:gs pos="100000">
              <a:schemeClr val="accent2">
                <a:hueOff val="-777537"/>
                <a:satOff val="-4113"/>
                <a:lumOff val="-1568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777537"/>
              <a:satOff val="-4113"/>
              <a:lumOff val="-1568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13792" rIns="87280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Select</a:t>
          </a:r>
        </a:p>
      </dsp:txBody>
      <dsp:txXfrm rot="-10800000">
        <a:off x="0" y="3104723"/>
        <a:ext cx="1227224" cy="678811"/>
      </dsp:txXfrm>
    </dsp:sp>
    <dsp:sp modelId="{697B8603-615D-43BF-BC28-EB080482AE14}">
      <dsp:nvSpPr>
        <dsp:cNvPr id="0" name=""/>
        <dsp:cNvSpPr/>
      </dsp:nvSpPr>
      <dsp:spPr>
        <a:xfrm>
          <a:off x="1227224" y="3104723"/>
          <a:ext cx="3681675" cy="678811"/>
        </a:xfrm>
        <a:prstGeom prst="rect">
          <a:avLst/>
        </a:prstGeom>
        <a:solidFill>
          <a:schemeClr val="accent2">
            <a:tint val="40000"/>
            <a:alpha val="90000"/>
            <a:hueOff val="-967840"/>
            <a:satOff val="-4783"/>
            <a:lumOff val="-48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67840"/>
              <a:satOff val="-4783"/>
              <a:lumOff val="-48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177800" rIns="74682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Select appropriate video tools</a:t>
          </a:r>
        </a:p>
      </dsp:txBody>
      <dsp:txXfrm>
        <a:off x="1227224" y="3104723"/>
        <a:ext cx="3681675" cy="678811"/>
      </dsp:txXfrm>
    </dsp:sp>
    <dsp:sp modelId="{27B07C70-5F81-45CC-8DED-FC5BE623D5C0}">
      <dsp:nvSpPr>
        <dsp:cNvPr id="0" name=""/>
        <dsp:cNvSpPr/>
      </dsp:nvSpPr>
      <dsp:spPr>
        <a:xfrm rot="10800000">
          <a:off x="0" y="2070583"/>
          <a:ext cx="1227224" cy="10443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1555074"/>
                <a:satOff val="-8227"/>
                <a:lumOff val="-3137"/>
                <a:alphaOff val="0"/>
                <a:tint val="98000"/>
                <a:lumMod val="100000"/>
              </a:schemeClr>
            </a:gs>
            <a:gs pos="100000">
              <a:schemeClr val="accent2">
                <a:hueOff val="-1555074"/>
                <a:satOff val="-8227"/>
                <a:lumOff val="-3137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1555074"/>
              <a:satOff val="-8227"/>
              <a:lumOff val="-313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13792" rIns="87280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</a:t>
          </a:r>
        </a:p>
      </dsp:txBody>
      <dsp:txXfrm rot="-10800000">
        <a:off x="0" y="2070583"/>
        <a:ext cx="1227224" cy="678811"/>
      </dsp:txXfrm>
    </dsp:sp>
    <dsp:sp modelId="{0D2E45E4-053E-4271-B1D3-78FC20FF07A7}">
      <dsp:nvSpPr>
        <dsp:cNvPr id="0" name=""/>
        <dsp:cNvSpPr/>
      </dsp:nvSpPr>
      <dsp:spPr>
        <a:xfrm>
          <a:off x="1227224" y="2070583"/>
          <a:ext cx="3681675" cy="678811"/>
        </a:xfrm>
        <a:prstGeom prst="rect">
          <a:avLst/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177800" rIns="74682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Design video-based instructional activities</a:t>
          </a:r>
        </a:p>
      </dsp:txBody>
      <dsp:txXfrm>
        <a:off x="1227224" y="2070583"/>
        <a:ext cx="3681675" cy="678811"/>
      </dsp:txXfrm>
    </dsp:sp>
    <dsp:sp modelId="{7919A51A-E28B-4E81-A544-19D844CEAA5B}">
      <dsp:nvSpPr>
        <dsp:cNvPr id="0" name=""/>
        <dsp:cNvSpPr/>
      </dsp:nvSpPr>
      <dsp:spPr>
        <a:xfrm rot="10800000">
          <a:off x="0" y="1036443"/>
          <a:ext cx="1227224" cy="10443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2332611"/>
                <a:satOff val="-12340"/>
                <a:lumOff val="-4705"/>
                <a:alphaOff val="0"/>
                <a:tint val="98000"/>
                <a:lumMod val="100000"/>
              </a:schemeClr>
            </a:gs>
            <a:gs pos="100000">
              <a:schemeClr val="accent2">
                <a:hueOff val="-2332611"/>
                <a:satOff val="-12340"/>
                <a:lumOff val="-4705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2332611"/>
              <a:satOff val="-12340"/>
              <a:lumOff val="-470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13792" rIns="87280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Differentiate</a:t>
          </a:r>
        </a:p>
      </dsp:txBody>
      <dsp:txXfrm rot="-10800000">
        <a:off x="0" y="1036443"/>
        <a:ext cx="1227224" cy="678811"/>
      </dsp:txXfrm>
    </dsp:sp>
    <dsp:sp modelId="{73A35BE2-24B5-4F69-90B7-F82E5775DC87}">
      <dsp:nvSpPr>
        <dsp:cNvPr id="0" name=""/>
        <dsp:cNvSpPr/>
      </dsp:nvSpPr>
      <dsp:spPr>
        <a:xfrm>
          <a:off x="1227224" y="1036443"/>
          <a:ext cx="3681675" cy="678811"/>
        </a:xfrm>
        <a:prstGeom prst="rect">
          <a:avLst/>
        </a:prstGeom>
        <a:solidFill>
          <a:schemeClr val="accent2">
            <a:tint val="40000"/>
            <a:alpha val="90000"/>
            <a:hueOff val="-2903521"/>
            <a:satOff val="-14349"/>
            <a:lumOff val="-1444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2903521"/>
              <a:satOff val="-14349"/>
              <a:lumOff val="-144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177800" rIns="74682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Differentiate passive vs active video learning</a:t>
          </a:r>
        </a:p>
      </dsp:txBody>
      <dsp:txXfrm>
        <a:off x="1227224" y="1036443"/>
        <a:ext cx="3681675" cy="678811"/>
      </dsp:txXfrm>
    </dsp:sp>
    <dsp:sp modelId="{5797CFD9-8FE3-4104-904C-FADECE6A0514}">
      <dsp:nvSpPr>
        <dsp:cNvPr id="0" name=""/>
        <dsp:cNvSpPr/>
      </dsp:nvSpPr>
      <dsp:spPr>
        <a:xfrm rot="10800000">
          <a:off x="0" y="2304"/>
          <a:ext cx="1227224" cy="10443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280" tIns="113792" rIns="87280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Explain</a:t>
          </a:r>
        </a:p>
      </dsp:txBody>
      <dsp:txXfrm rot="-10800000">
        <a:off x="0" y="2304"/>
        <a:ext cx="1227224" cy="678811"/>
      </dsp:txXfrm>
    </dsp:sp>
    <dsp:sp modelId="{9259C05E-1F5F-412A-9C61-B4856E80555D}">
      <dsp:nvSpPr>
        <dsp:cNvPr id="0" name=""/>
        <dsp:cNvSpPr/>
      </dsp:nvSpPr>
      <dsp:spPr>
        <a:xfrm>
          <a:off x="1227224" y="2304"/>
          <a:ext cx="3681675" cy="678811"/>
        </a:xfrm>
        <a:prstGeom prst="rect">
          <a:avLst/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82" tIns="177800" rIns="74682" bIns="1778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Explain cognitive principles behind video use</a:t>
          </a:r>
        </a:p>
      </dsp:txBody>
      <dsp:txXfrm>
        <a:off x="1227224" y="2304"/>
        <a:ext cx="3681675" cy="6788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06634-091A-4B7E-AF67-320D44A5315E}">
      <dsp:nvSpPr>
        <dsp:cNvPr id="0" name=""/>
        <dsp:cNvSpPr/>
      </dsp:nvSpPr>
      <dsp:spPr>
        <a:xfrm>
          <a:off x="0" y="588"/>
          <a:ext cx="490889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CF28BD-AD78-4F78-9F90-9A275B3CE651}">
      <dsp:nvSpPr>
        <dsp:cNvPr id="0" name=""/>
        <dsp:cNvSpPr/>
      </dsp:nvSpPr>
      <dsp:spPr>
        <a:xfrm>
          <a:off x="0" y="588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Enhances engagement and motivation</a:t>
          </a:r>
        </a:p>
      </dsp:txBody>
      <dsp:txXfrm>
        <a:off x="0" y="588"/>
        <a:ext cx="4908899" cy="963801"/>
      </dsp:txXfrm>
    </dsp:sp>
    <dsp:sp modelId="{A4EF30A6-5C15-4092-B402-CBD5EF23E7B0}">
      <dsp:nvSpPr>
        <dsp:cNvPr id="0" name=""/>
        <dsp:cNvSpPr/>
      </dsp:nvSpPr>
      <dsp:spPr>
        <a:xfrm>
          <a:off x="0" y="964389"/>
          <a:ext cx="490889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A7402C-9F7A-441D-90A4-FACDF1EA223E}">
      <dsp:nvSpPr>
        <dsp:cNvPr id="0" name=""/>
        <dsp:cNvSpPr/>
      </dsp:nvSpPr>
      <dsp:spPr>
        <a:xfrm>
          <a:off x="0" y="964389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Supports visual and auditory learners</a:t>
          </a:r>
        </a:p>
      </dsp:txBody>
      <dsp:txXfrm>
        <a:off x="0" y="964389"/>
        <a:ext cx="4908899" cy="963801"/>
      </dsp:txXfrm>
    </dsp:sp>
    <dsp:sp modelId="{DB53049F-C7EA-49DE-B453-4E40E396878D}">
      <dsp:nvSpPr>
        <dsp:cNvPr id="0" name=""/>
        <dsp:cNvSpPr/>
      </dsp:nvSpPr>
      <dsp:spPr>
        <a:xfrm>
          <a:off x="0" y="1928190"/>
          <a:ext cx="490889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8DE878-B621-4BFD-BBA7-9A33E7367482}">
      <dsp:nvSpPr>
        <dsp:cNvPr id="0" name=""/>
        <dsp:cNvSpPr/>
      </dsp:nvSpPr>
      <dsp:spPr>
        <a:xfrm>
          <a:off x="0" y="1928190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Enables self‑paced learning</a:t>
          </a:r>
        </a:p>
      </dsp:txBody>
      <dsp:txXfrm>
        <a:off x="0" y="1928190"/>
        <a:ext cx="4908899" cy="963801"/>
      </dsp:txXfrm>
    </dsp:sp>
    <dsp:sp modelId="{3706559D-38D4-4562-ABA9-FDAD8B32FF73}">
      <dsp:nvSpPr>
        <dsp:cNvPr id="0" name=""/>
        <dsp:cNvSpPr/>
      </dsp:nvSpPr>
      <dsp:spPr>
        <a:xfrm>
          <a:off x="0" y="2891991"/>
          <a:ext cx="490889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48C91E-21D4-4C4B-ABC1-CFE438F7A7E1}">
      <dsp:nvSpPr>
        <dsp:cNvPr id="0" name=""/>
        <dsp:cNvSpPr/>
      </dsp:nvSpPr>
      <dsp:spPr>
        <a:xfrm>
          <a:off x="0" y="2891991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Models real-world scenarios</a:t>
          </a:r>
        </a:p>
      </dsp:txBody>
      <dsp:txXfrm>
        <a:off x="0" y="2891991"/>
        <a:ext cx="4908899" cy="963801"/>
      </dsp:txXfrm>
    </dsp:sp>
    <dsp:sp modelId="{734C301D-A7B3-4492-9E94-97BA3943E283}">
      <dsp:nvSpPr>
        <dsp:cNvPr id="0" name=""/>
        <dsp:cNvSpPr/>
      </dsp:nvSpPr>
      <dsp:spPr>
        <a:xfrm>
          <a:off x="0" y="3855792"/>
          <a:ext cx="490889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E36F68-E5F9-4B4B-99E3-84ADC02C44FA}">
      <dsp:nvSpPr>
        <dsp:cNvPr id="0" name=""/>
        <dsp:cNvSpPr/>
      </dsp:nvSpPr>
      <dsp:spPr>
        <a:xfrm>
          <a:off x="0" y="3855792"/>
          <a:ext cx="4908899" cy="963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Supports flipped classroom approaches</a:t>
          </a:r>
        </a:p>
      </dsp:txBody>
      <dsp:txXfrm>
        <a:off x="0" y="3855792"/>
        <a:ext cx="4908899" cy="9638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D4649-0619-407C-BF90-BCE2D28EEC4D}">
      <dsp:nvSpPr>
        <dsp:cNvPr id="0" name=""/>
        <dsp:cNvSpPr/>
      </dsp:nvSpPr>
      <dsp:spPr>
        <a:xfrm>
          <a:off x="0" y="36885"/>
          <a:ext cx="4414719" cy="22124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3100" kern="1200"/>
            <a:t>What does the following have to do with video selection, creation and editing?</a:t>
          </a:r>
          <a:endParaRPr lang="en-US" sz="3100" kern="1200"/>
        </a:p>
      </dsp:txBody>
      <dsp:txXfrm>
        <a:off x="108004" y="144889"/>
        <a:ext cx="4198711" cy="1996462"/>
      </dsp:txXfrm>
    </dsp:sp>
    <dsp:sp modelId="{CC93485B-3C63-4D4D-B601-0253206153EE}">
      <dsp:nvSpPr>
        <dsp:cNvPr id="0" name=""/>
        <dsp:cNvSpPr/>
      </dsp:nvSpPr>
      <dsp:spPr>
        <a:xfrm>
          <a:off x="0" y="2249355"/>
          <a:ext cx="4414719" cy="2630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67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TT" sz="2400" kern="1200"/>
            <a:t>Richard Mayer’s Cognitive Theory of Multimedia Learning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TT" sz="2400" kern="1200"/>
            <a:t>Benjamin Bloom’s Taxonomy of Educational Objectives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TT" sz="2400" kern="1200"/>
            <a:t>The Universal Design for Learning framework</a:t>
          </a:r>
          <a:endParaRPr lang="en-US" sz="2400" kern="1200"/>
        </a:p>
      </dsp:txBody>
      <dsp:txXfrm>
        <a:off x="0" y="2249355"/>
        <a:ext cx="4414719" cy="26309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E5DB8-94B4-4BAA-889A-30D3EDFC9304}">
      <dsp:nvSpPr>
        <dsp:cNvPr id="0" name=""/>
        <dsp:cNvSpPr/>
      </dsp:nvSpPr>
      <dsp:spPr>
        <a:xfrm rot="5400000">
          <a:off x="-103699" y="105669"/>
          <a:ext cx="691327" cy="48392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Remember</a:t>
          </a:r>
        </a:p>
      </dsp:txBody>
      <dsp:txXfrm rot="-5400000">
        <a:off x="1" y="243935"/>
        <a:ext cx="483929" cy="207398"/>
      </dsp:txXfrm>
    </dsp:sp>
    <dsp:sp modelId="{AA5D50E4-3D91-4496-B788-DFB81E7C7C78}">
      <dsp:nvSpPr>
        <dsp:cNvPr id="0" name=""/>
        <dsp:cNvSpPr/>
      </dsp:nvSpPr>
      <dsp:spPr>
        <a:xfrm rot="5400000">
          <a:off x="1518384" y="-1032484"/>
          <a:ext cx="449362" cy="2518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Remember: list key terms</a:t>
          </a:r>
        </a:p>
      </dsp:txBody>
      <dsp:txXfrm rot="-5400000">
        <a:off x="483929" y="23907"/>
        <a:ext cx="2496336" cy="405490"/>
      </dsp:txXfrm>
    </dsp:sp>
    <dsp:sp modelId="{5E0114E0-691B-4E79-ABD3-3B7E0558B88C}">
      <dsp:nvSpPr>
        <dsp:cNvPr id="0" name=""/>
        <dsp:cNvSpPr/>
      </dsp:nvSpPr>
      <dsp:spPr>
        <a:xfrm rot="5400000">
          <a:off x="-103699" y="694202"/>
          <a:ext cx="691327" cy="483929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Understand</a:t>
          </a:r>
        </a:p>
      </dsp:txBody>
      <dsp:txXfrm rot="-5400000">
        <a:off x="1" y="832468"/>
        <a:ext cx="483929" cy="207398"/>
      </dsp:txXfrm>
    </dsp:sp>
    <dsp:sp modelId="{FB161D2D-E182-483D-810F-F3A308B40F0D}">
      <dsp:nvSpPr>
        <dsp:cNvPr id="0" name=""/>
        <dsp:cNvSpPr/>
      </dsp:nvSpPr>
      <dsp:spPr>
        <a:xfrm rot="5400000">
          <a:off x="1518384" y="-443951"/>
          <a:ext cx="449362" cy="2518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Understand: summarize concepts</a:t>
          </a:r>
        </a:p>
      </dsp:txBody>
      <dsp:txXfrm rot="-5400000">
        <a:off x="483929" y="612440"/>
        <a:ext cx="2496336" cy="405490"/>
      </dsp:txXfrm>
    </dsp:sp>
    <dsp:sp modelId="{8891436A-DB93-4905-BE8B-428E767B6DCA}">
      <dsp:nvSpPr>
        <dsp:cNvPr id="0" name=""/>
        <dsp:cNvSpPr/>
      </dsp:nvSpPr>
      <dsp:spPr>
        <a:xfrm rot="5400000">
          <a:off x="-103699" y="1282736"/>
          <a:ext cx="691327" cy="483929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Apply</a:t>
          </a:r>
        </a:p>
      </dsp:txBody>
      <dsp:txXfrm rot="-5400000">
        <a:off x="1" y="1421002"/>
        <a:ext cx="483929" cy="207398"/>
      </dsp:txXfrm>
    </dsp:sp>
    <dsp:sp modelId="{B0080E8C-1504-40E4-B920-71CFAD0D6401}">
      <dsp:nvSpPr>
        <dsp:cNvPr id="0" name=""/>
        <dsp:cNvSpPr/>
      </dsp:nvSpPr>
      <dsp:spPr>
        <a:xfrm rot="5400000">
          <a:off x="1518384" y="144582"/>
          <a:ext cx="449362" cy="2518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Apply: solve problems</a:t>
          </a:r>
        </a:p>
      </dsp:txBody>
      <dsp:txXfrm rot="-5400000">
        <a:off x="483929" y="1200973"/>
        <a:ext cx="2496336" cy="405490"/>
      </dsp:txXfrm>
    </dsp:sp>
    <dsp:sp modelId="{07C63035-E613-4D15-A020-D396485DD76E}">
      <dsp:nvSpPr>
        <dsp:cNvPr id="0" name=""/>
        <dsp:cNvSpPr/>
      </dsp:nvSpPr>
      <dsp:spPr>
        <a:xfrm rot="5400000">
          <a:off x="-103699" y="1871269"/>
          <a:ext cx="691327" cy="483929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Analyze</a:t>
          </a:r>
        </a:p>
      </dsp:txBody>
      <dsp:txXfrm rot="-5400000">
        <a:off x="1" y="2009535"/>
        <a:ext cx="483929" cy="207398"/>
      </dsp:txXfrm>
    </dsp:sp>
    <dsp:sp modelId="{943DF4B8-B401-4A9A-A868-134EAE245ADA}">
      <dsp:nvSpPr>
        <dsp:cNvPr id="0" name=""/>
        <dsp:cNvSpPr/>
      </dsp:nvSpPr>
      <dsp:spPr>
        <a:xfrm rot="5400000">
          <a:off x="1518384" y="733115"/>
          <a:ext cx="449362" cy="2518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Analyze: compare methods</a:t>
          </a:r>
        </a:p>
      </dsp:txBody>
      <dsp:txXfrm rot="-5400000">
        <a:off x="483929" y="1789506"/>
        <a:ext cx="2496336" cy="405490"/>
      </dsp:txXfrm>
    </dsp:sp>
    <dsp:sp modelId="{DE83DDD0-49CA-444F-A0CC-7B32FE30CC51}">
      <dsp:nvSpPr>
        <dsp:cNvPr id="0" name=""/>
        <dsp:cNvSpPr/>
      </dsp:nvSpPr>
      <dsp:spPr>
        <a:xfrm rot="5400000">
          <a:off x="-103699" y="2459802"/>
          <a:ext cx="691327" cy="483929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Evaluate</a:t>
          </a:r>
        </a:p>
      </dsp:txBody>
      <dsp:txXfrm rot="-5400000">
        <a:off x="1" y="2598068"/>
        <a:ext cx="483929" cy="207398"/>
      </dsp:txXfrm>
    </dsp:sp>
    <dsp:sp modelId="{13BA2AED-0893-4EE7-A222-211FBA1CFAFF}">
      <dsp:nvSpPr>
        <dsp:cNvPr id="0" name=""/>
        <dsp:cNvSpPr/>
      </dsp:nvSpPr>
      <dsp:spPr>
        <a:xfrm rot="5400000">
          <a:off x="1518384" y="1321648"/>
          <a:ext cx="449362" cy="2518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Evaluate: critique approaches</a:t>
          </a:r>
        </a:p>
      </dsp:txBody>
      <dsp:txXfrm rot="-5400000">
        <a:off x="483929" y="2378039"/>
        <a:ext cx="2496336" cy="405490"/>
      </dsp:txXfrm>
    </dsp:sp>
    <dsp:sp modelId="{F22DB927-09A8-4C61-813C-06C2A7BE8B57}">
      <dsp:nvSpPr>
        <dsp:cNvPr id="0" name=""/>
        <dsp:cNvSpPr/>
      </dsp:nvSpPr>
      <dsp:spPr>
        <a:xfrm rot="5400000">
          <a:off x="-103699" y="3048336"/>
          <a:ext cx="691327" cy="483929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Create</a:t>
          </a:r>
        </a:p>
      </dsp:txBody>
      <dsp:txXfrm rot="-5400000">
        <a:off x="1" y="3186602"/>
        <a:ext cx="483929" cy="207398"/>
      </dsp:txXfrm>
    </dsp:sp>
    <dsp:sp modelId="{352058EA-7C6E-465E-8D87-5561A7D86865}">
      <dsp:nvSpPr>
        <dsp:cNvPr id="0" name=""/>
        <dsp:cNvSpPr/>
      </dsp:nvSpPr>
      <dsp:spPr>
        <a:xfrm rot="5400000">
          <a:off x="1518384" y="1910182"/>
          <a:ext cx="449362" cy="2518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Create: produce explanatory videos</a:t>
          </a:r>
        </a:p>
      </dsp:txBody>
      <dsp:txXfrm rot="-5400000">
        <a:off x="483929" y="2966573"/>
        <a:ext cx="2496336" cy="4054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987B5-2E18-431D-8139-F71860EC0496}">
      <dsp:nvSpPr>
        <dsp:cNvPr id="0" name=""/>
        <dsp:cNvSpPr/>
      </dsp:nvSpPr>
      <dsp:spPr>
        <a:xfrm>
          <a:off x="0" y="0"/>
          <a:ext cx="5850897" cy="6092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Passive: watching without guidance</a:t>
          </a:r>
        </a:p>
      </dsp:txBody>
      <dsp:txXfrm>
        <a:off x="17845" y="17845"/>
        <a:ext cx="5122169" cy="573573"/>
      </dsp:txXfrm>
    </dsp:sp>
    <dsp:sp modelId="{3F08C375-B0DE-4069-BD5F-15C37A4BA056}">
      <dsp:nvSpPr>
        <dsp:cNvPr id="0" name=""/>
        <dsp:cNvSpPr/>
      </dsp:nvSpPr>
      <dsp:spPr>
        <a:xfrm>
          <a:off x="436917" y="693883"/>
          <a:ext cx="5850897" cy="6092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 embedded questions or follow-up tasks</a:t>
          </a:r>
        </a:p>
      </dsp:txBody>
      <dsp:txXfrm>
        <a:off x="454762" y="711728"/>
        <a:ext cx="4982268" cy="573573"/>
      </dsp:txXfrm>
    </dsp:sp>
    <dsp:sp modelId="{B9A2BB0B-4A54-4DC7-BE4F-5B08F800D73E}">
      <dsp:nvSpPr>
        <dsp:cNvPr id="0" name=""/>
        <dsp:cNvSpPr/>
      </dsp:nvSpPr>
      <dsp:spPr>
        <a:xfrm>
          <a:off x="873835" y="1387767"/>
          <a:ext cx="5850897" cy="6092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Active: pause-and-predict</a:t>
          </a:r>
        </a:p>
      </dsp:txBody>
      <dsp:txXfrm>
        <a:off x="891680" y="1405612"/>
        <a:ext cx="4982268" cy="573573"/>
      </dsp:txXfrm>
    </dsp:sp>
    <dsp:sp modelId="{8CD25F68-FE83-42DA-B64B-144965543785}">
      <dsp:nvSpPr>
        <dsp:cNvPr id="0" name=""/>
        <dsp:cNvSpPr/>
      </dsp:nvSpPr>
      <dsp:spPr>
        <a:xfrm>
          <a:off x="1310752" y="2081651"/>
          <a:ext cx="5850897" cy="6092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Guided note-taking and reflection</a:t>
          </a:r>
        </a:p>
      </dsp:txBody>
      <dsp:txXfrm>
        <a:off x="1328597" y="2099496"/>
        <a:ext cx="4982268" cy="573573"/>
      </dsp:txXfrm>
    </dsp:sp>
    <dsp:sp modelId="{5C6F8C02-7923-42CD-A446-D40917A733BD}">
      <dsp:nvSpPr>
        <dsp:cNvPr id="0" name=""/>
        <dsp:cNvSpPr/>
      </dsp:nvSpPr>
      <dsp:spPr>
        <a:xfrm>
          <a:off x="1747670" y="2775535"/>
          <a:ext cx="5850897" cy="6092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Embedded quizzes and problem solving</a:t>
          </a:r>
        </a:p>
      </dsp:txBody>
      <dsp:txXfrm>
        <a:off x="1765515" y="2793380"/>
        <a:ext cx="4982268" cy="573573"/>
      </dsp:txXfrm>
    </dsp:sp>
    <dsp:sp modelId="{7EED4C52-0C3B-4244-9CBD-6A0A48129D89}">
      <dsp:nvSpPr>
        <dsp:cNvPr id="0" name=""/>
        <dsp:cNvSpPr/>
      </dsp:nvSpPr>
      <dsp:spPr>
        <a:xfrm>
          <a:off x="5454875" y="445101"/>
          <a:ext cx="396021" cy="3960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543980" y="445101"/>
        <a:ext cx="217811" cy="298006"/>
      </dsp:txXfrm>
    </dsp:sp>
    <dsp:sp modelId="{54E022D3-57FB-452D-966F-35D7BC309C91}">
      <dsp:nvSpPr>
        <dsp:cNvPr id="0" name=""/>
        <dsp:cNvSpPr/>
      </dsp:nvSpPr>
      <dsp:spPr>
        <a:xfrm>
          <a:off x="5891793" y="1138984"/>
          <a:ext cx="396021" cy="39602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980898" y="1138984"/>
        <a:ext cx="217811" cy="298006"/>
      </dsp:txXfrm>
    </dsp:sp>
    <dsp:sp modelId="{B6BE65DC-FB10-4404-9E31-9F3C94C0E93A}">
      <dsp:nvSpPr>
        <dsp:cNvPr id="0" name=""/>
        <dsp:cNvSpPr/>
      </dsp:nvSpPr>
      <dsp:spPr>
        <a:xfrm>
          <a:off x="6328711" y="1822714"/>
          <a:ext cx="396021" cy="39602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17816" y="1822714"/>
        <a:ext cx="217811" cy="298006"/>
      </dsp:txXfrm>
    </dsp:sp>
    <dsp:sp modelId="{B4508B75-EACF-4586-A014-BC422A805546}">
      <dsp:nvSpPr>
        <dsp:cNvPr id="0" name=""/>
        <dsp:cNvSpPr/>
      </dsp:nvSpPr>
      <dsp:spPr>
        <a:xfrm>
          <a:off x="6765628" y="2523367"/>
          <a:ext cx="396021" cy="39602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854733" y="2523367"/>
        <a:ext cx="217811" cy="2980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00E6C-E688-41B5-B041-6A10AE92E7B5}">
      <dsp:nvSpPr>
        <dsp:cNvPr id="0" name=""/>
        <dsp:cNvSpPr/>
      </dsp:nvSpPr>
      <dsp:spPr>
        <a:xfrm>
          <a:off x="1519713" y="1324"/>
          <a:ext cx="6078854" cy="5811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47" tIns="147618" rIns="117947" bIns="1476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Watch a short instructional video</a:t>
          </a:r>
        </a:p>
      </dsp:txBody>
      <dsp:txXfrm>
        <a:off x="1519713" y="1324"/>
        <a:ext cx="6078854" cy="581173"/>
      </dsp:txXfrm>
    </dsp:sp>
    <dsp:sp modelId="{D56805DD-A4D8-427B-922F-E1796FC7ECC3}">
      <dsp:nvSpPr>
        <dsp:cNvPr id="0" name=""/>
        <dsp:cNvSpPr/>
      </dsp:nvSpPr>
      <dsp:spPr>
        <a:xfrm>
          <a:off x="0" y="1324"/>
          <a:ext cx="1519713" cy="581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18" tIns="57407" rIns="80418" bIns="5740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Watch</a:t>
          </a:r>
        </a:p>
      </dsp:txBody>
      <dsp:txXfrm>
        <a:off x="0" y="1324"/>
        <a:ext cx="1519713" cy="581173"/>
      </dsp:txXfrm>
    </dsp:sp>
    <dsp:sp modelId="{68DCB54E-33FC-42CB-8FEC-AAD64BC91F0F}">
      <dsp:nvSpPr>
        <dsp:cNvPr id="0" name=""/>
        <dsp:cNvSpPr/>
      </dsp:nvSpPr>
      <dsp:spPr>
        <a:xfrm>
          <a:off x="1519713" y="617368"/>
          <a:ext cx="6078854" cy="5811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47" tIns="147618" rIns="117947" bIns="1476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Redesign for engagement</a:t>
          </a:r>
        </a:p>
      </dsp:txBody>
      <dsp:txXfrm>
        <a:off x="1519713" y="617368"/>
        <a:ext cx="6078854" cy="581173"/>
      </dsp:txXfrm>
    </dsp:sp>
    <dsp:sp modelId="{BD3095F1-3473-4375-9AF4-75D2DF911B21}">
      <dsp:nvSpPr>
        <dsp:cNvPr id="0" name=""/>
        <dsp:cNvSpPr/>
      </dsp:nvSpPr>
      <dsp:spPr>
        <a:xfrm>
          <a:off x="0" y="617368"/>
          <a:ext cx="1519713" cy="581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18" tIns="57407" rIns="80418" bIns="5740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Redesign</a:t>
          </a:r>
        </a:p>
      </dsp:txBody>
      <dsp:txXfrm>
        <a:off x="0" y="617368"/>
        <a:ext cx="1519713" cy="581173"/>
      </dsp:txXfrm>
    </dsp:sp>
    <dsp:sp modelId="{484F84EC-2356-440B-A405-FC80D8273275}">
      <dsp:nvSpPr>
        <dsp:cNvPr id="0" name=""/>
        <dsp:cNvSpPr/>
      </dsp:nvSpPr>
      <dsp:spPr>
        <a:xfrm>
          <a:off x="1519713" y="1233413"/>
          <a:ext cx="6078854" cy="5811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47" tIns="147618" rIns="117947" bIns="1476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Apply Bloom’s Taxonomy</a:t>
          </a:r>
        </a:p>
      </dsp:txBody>
      <dsp:txXfrm>
        <a:off x="1519713" y="1233413"/>
        <a:ext cx="6078854" cy="581173"/>
      </dsp:txXfrm>
    </dsp:sp>
    <dsp:sp modelId="{C149E922-12F1-4C3E-A122-FE1F0BBB2597}">
      <dsp:nvSpPr>
        <dsp:cNvPr id="0" name=""/>
        <dsp:cNvSpPr/>
      </dsp:nvSpPr>
      <dsp:spPr>
        <a:xfrm>
          <a:off x="0" y="1233413"/>
          <a:ext cx="1519713" cy="581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18" tIns="57407" rIns="80418" bIns="5740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Apply</a:t>
          </a:r>
        </a:p>
      </dsp:txBody>
      <dsp:txXfrm>
        <a:off x="0" y="1233413"/>
        <a:ext cx="1519713" cy="581173"/>
      </dsp:txXfrm>
    </dsp:sp>
    <dsp:sp modelId="{D2F0DB2D-8400-4F12-A89C-D859F3CA7251}">
      <dsp:nvSpPr>
        <dsp:cNvPr id="0" name=""/>
        <dsp:cNvSpPr/>
      </dsp:nvSpPr>
      <dsp:spPr>
        <a:xfrm>
          <a:off x="1519713" y="1849457"/>
          <a:ext cx="6078854" cy="5811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47" tIns="147618" rIns="117947" bIns="1476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Incorporate UDL principles</a:t>
          </a:r>
        </a:p>
      </dsp:txBody>
      <dsp:txXfrm>
        <a:off x="1519713" y="1849457"/>
        <a:ext cx="6078854" cy="581173"/>
      </dsp:txXfrm>
    </dsp:sp>
    <dsp:sp modelId="{654B11AD-F6C5-49FC-9535-5F06D12AB881}">
      <dsp:nvSpPr>
        <dsp:cNvPr id="0" name=""/>
        <dsp:cNvSpPr/>
      </dsp:nvSpPr>
      <dsp:spPr>
        <a:xfrm>
          <a:off x="0" y="1849457"/>
          <a:ext cx="1519713" cy="581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18" tIns="57407" rIns="80418" bIns="5740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Incorporate</a:t>
          </a:r>
        </a:p>
      </dsp:txBody>
      <dsp:txXfrm>
        <a:off x="0" y="1849457"/>
        <a:ext cx="1519713" cy="581173"/>
      </dsp:txXfrm>
    </dsp:sp>
    <dsp:sp modelId="{1B65E48D-EEF1-4965-820D-1F002C20F170}">
      <dsp:nvSpPr>
        <dsp:cNvPr id="0" name=""/>
        <dsp:cNvSpPr/>
      </dsp:nvSpPr>
      <dsp:spPr>
        <a:xfrm>
          <a:off x="1519713" y="2465501"/>
          <a:ext cx="6078854" cy="5811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47" tIns="147618" rIns="117947" bIns="1476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interactive questioning</a:t>
          </a:r>
        </a:p>
      </dsp:txBody>
      <dsp:txXfrm>
        <a:off x="1519713" y="2465501"/>
        <a:ext cx="6078854" cy="581173"/>
      </dsp:txXfrm>
    </dsp:sp>
    <dsp:sp modelId="{F654AF89-D510-4FC2-AF7F-FF91A5A16AC4}">
      <dsp:nvSpPr>
        <dsp:cNvPr id="0" name=""/>
        <dsp:cNvSpPr/>
      </dsp:nvSpPr>
      <dsp:spPr>
        <a:xfrm>
          <a:off x="0" y="2465501"/>
          <a:ext cx="1519713" cy="581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418" tIns="57407" rIns="80418" bIns="5740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</a:t>
          </a:r>
        </a:p>
      </dsp:txBody>
      <dsp:txXfrm>
        <a:off x="0" y="2465501"/>
        <a:ext cx="1519713" cy="5811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ED2ED-CA08-4CF6-A90E-18B76B600BCC}">
      <dsp:nvSpPr>
        <dsp:cNvPr id="0" name=""/>
        <dsp:cNvSpPr/>
      </dsp:nvSpPr>
      <dsp:spPr>
        <a:xfrm>
          <a:off x="2597" y="708073"/>
          <a:ext cx="1406180" cy="196865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1" tIns="330200" rIns="10963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learning objectives</a:t>
          </a:r>
        </a:p>
      </dsp:txBody>
      <dsp:txXfrm>
        <a:off x="2597" y="1456161"/>
        <a:ext cx="1406180" cy="1181191"/>
      </dsp:txXfrm>
    </dsp:sp>
    <dsp:sp modelId="{342D8EEF-886A-4AF9-8061-92ED4EF82C31}">
      <dsp:nvSpPr>
        <dsp:cNvPr id="0" name=""/>
        <dsp:cNvSpPr/>
      </dsp:nvSpPr>
      <dsp:spPr>
        <a:xfrm>
          <a:off x="410389" y="904938"/>
          <a:ext cx="590595" cy="59059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045" tIns="12700" rIns="46045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</a:t>
          </a:r>
        </a:p>
      </dsp:txBody>
      <dsp:txXfrm>
        <a:off x="496880" y="991429"/>
        <a:ext cx="417613" cy="417613"/>
      </dsp:txXfrm>
    </dsp:sp>
    <dsp:sp modelId="{0A062DF3-17E3-4CFF-9ED2-506A9B40E49D}">
      <dsp:nvSpPr>
        <dsp:cNvPr id="0" name=""/>
        <dsp:cNvSpPr/>
      </dsp:nvSpPr>
      <dsp:spPr>
        <a:xfrm>
          <a:off x="2597" y="2676653"/>
          <a:ext cx="1406180" cy="72"/>
        </a:xfrm>
        <a:prstGeom prst="rect">
          <a:avLst/>
        </a:prstGeom>
        <a:solidFill>
          <a:schemeClr val="accent2">
            <a:hueOff val="-345572"/>
            <a:satOff val="-1828"/>
            <a:lumOff val="-697"/>
            <a:alphaOff val="0"/>
          </a:schemeClr>
        </a:solidFill>
        <a:ln w="19050" cap="rnd" cmpd="sng" algn="ctr">
          <a:solidFill>
            <a:schemeClr val="accent2">
              <a:hueOff val="-345572"/>
              <a:satOff val="-1828"/>
              <a:lumOff val="-6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83FBE-C1F7-4DB9-8905-13E85757FFC6}">
      <dsp:nvSpPr>
        <dsp:cNvPr id="0" name=""/>
        <dsp:cNvSpPr/>
      </dsp:nvSpPr>
      <dsp:spPr>
        <a:xfrm>
          <a:off x="1549395" y="708073"/>
          <a:ext cx="1406180" cy="1968652"/>
        </a:xfrm>
        <a:prstGeom prst="rect">
          <a:avLst/>
        </a:prstGeom>
        <a:solidFill>
          <a:schemeClr val="accent2">
            <a:tint val="40000"/>
            <a:alpha val="90000"/>
            <a:hueOff val="-967840"/>
            <a:satOff val="-4783"/>
            <a:lumOff val="-481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967840"/>
              <a:satOff val="-4783"/>
              <a:lumOff val="-4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1" tIns="330200" rIns="10963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Determine video purpose</a:t>
          </a:r>
        </a:p>
      </dsp:txBody>
      <dsp:txXfrm>
        <a:off x="1549395" y="1456161"/>
        <a:ext cx="1406180" cy="1181191"/>
      </dsp:txXfrm>
    </dsp:sp>
    <dsp:sp modelId="{852001FF-C1B3-42FC-9CFF-BCA33CE04B9B}">
      <dsp:nvSpPr>
        <dsp:cNvPr id="0" name=""/>
        <dsp:cNvSpPr/>
      </dsp:nvSpPr>
      <dsp:spPr>
        <a:xfrm>
          <a:off x="1957187" y="904938"/>
          <a:ext cx="590595" cy="590595"/>
        </a:xfrm>
        <a:prstGeom prst="ellipse">
          <a:avLst/>
        </a:prstGeom>
        <a:solidFill>
          <a:schemeClr val="accent2">
            <a:hueOff val="-691144"/>
            <a:satOff val="-3656"/>
            <a:lumOff val="-1394"/>
            <a:alphaOff val="0"/>
          </a:schemeClr>
        </a:solidFill>
        <a:ln w="19050" cap="rnd" cmpd="sng" algn="ctr">
          <a:solidFill>
            <a:schemeClr val="accent2">
              <a:hueOff val="-691144"/>
              <a:satOff val="-3656"/>
              <a:lumOff val="-13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045" tIns="12700" rIns="46045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</a:t>
          </a:r>
        </a:p>
      </dsp:txBody>
      <dsp:txXfrm>
        <a:off x="2043678" y="991429"/>
        <a:ext cx="417613" cy="417613"/>
      </dsp:txXfrm>
    </dsp:sp>
    <dsp:sp modelId="{1A238588-417D-4880-AFEF-71D5A819C5D0}">
      <dsp:nvSpPr>
        <dsp:cNvPr id="0" name=""/>
        <dsp:cNvSpPr/>
      </dsp:nvSpPr>
      <dsp:spPr>
        <a:xfrm>
          <a:off x="1549395" y="2676653"/>
          <a:ext cx="1406180" cy="72"/>
        </a:xfrm>
        <a:prstGeom prst="rect">
          <a:avLst/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0122A-872D-4879-ADBA-89AD58B32958}">
      <dsp:nvSpPr>
        <dsp:cNvPr id="0" name=""/>
        <dsp:cNvSpPr/>
      </dsp:nvSpPr>
      <dsp:spPr>
        <a:xfrm>
          <a:off x="3096193" y="708073"/>
          <a:ext cx="1406180" cy="1968652"/>
        </a:xfrm>
        <a:prstGeom prst="rect">
          <a:avLst/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1" tIns="330200" rIns="10963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Keep videos concise (6–10 minutes)</a:t>
          </a:r>
        </a:p>
      </dsp:txBody>
      <dsp:txXfrm>
        <a:off x="3096193" y="1456161"/>
        <a:ext cx="1406180" cy="1181191"/>
      </dsp:txXfrm>
    </dsp:sp>
    <dsp:sp modelId="{CDD4DFDE-3175-4A66-90DF-24ED20818A94}">
      <dsp:nvSpPr>
        <dsp:cNvPr id="0" name=""/>
        <dsp:cNvSpPr/>
      </dsp:nvSpPr>
      <dsp:spPr>
        <a:xfrm>
          <a:off x="3503986" y="904938"/>
          <a:ext cx="590595" cy="590595"/>
        </a:xfrm>
        <a:prstGeom prst="ellipse">
          <a:avLst/>
        </a:prstGeom>
        <a:solidFill>
          <a:schemeClr val="accent2">
            <a:hueOff val="-1382288"/>
            <a:satOff val="-7312"/>
            <a:lumOff val="-2788"/>
            <a:alphaOff val="0"/>
          </a:schemeClr>
        </a:solidFill>
        <a:ln w="19050" cap="rnd" cmpd="sng" algn="ctr">
          <a:solidFill>
            <a:schemeClr val="accent2">
              <a:hueOff val="-1382288"/>
              <a:satOff val="-7312"/>
              <a:lumOff val="-27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045" tIns="12700" rIns="46045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3</a:t>
          </a:r>
        </a:p>
      </dsp:txBody>
      <dsp:txXfrm>
        <a:off x="3590477" y="991429"/>
        <a:ext cx="417613" cy="417613"/>
      </dsp:txXfrm>
    </dsp:sp>
    <dsp:sp modelId="{9C8868E5-562C-4357-9009-32CFE00ADFC6}">
      <dsp:nvSpPr>
        <dsp:cNvPr id="0" name=""/>
        <dsp:cNvSpPr/>
      </dsp:nvSpPr>
      <dsp:spPr>
        <a:xfrm>
          <a:off x="3096193" y="2676653"/>
          <a:ext cx="1406180" cy="72"/>
        </a:xfrm>
        <a:prstGeom prst="rect">
          <a:avLst/>
        </a:prstGeom>
        <a:solidFill>
          <a:schemeClr val="accent2">
            <a:hueOff val="-1727860"/>
            <a:satOff val="-9141"/>
            <a:lumOff val="-3486"/>
            <a:alphaOff val="0"/>
          </a:schemeClr>
        </a:solidFill>
        <a:ln w="19050" cap="rnd" cmpd="sng" algn="ctr">
          <a:solidFill>
            <a:schemeClr val="accent2">
              <a:hueOff val="-1727860"/>
              <a:satOff val="-9141"/>
              <a:lumOff val="-34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6D604-73DC-4B3D-B5F2-59FEDF29C0B8}">
      <dsp:nvSpPr>
        <dsp:cNvPr id="0" name=""/>
        <dsp:cNvSpPr/>
      </dsp:nvSpPr>
      <dsp:spPr>
        <a:xfrm>
          <a:off x="4642992" y="708073"/>
          <a:ext cx="1406180" cy="1968652"/>
        </a:xfrm>
        <a:prstGeom prst="rect">
          <a:avLst/>
        </a:prstGeom>
        <a:solidFill>
          <a:schemeClr val="accent2">
            <a:tint val="40000"/>
            <a:alpha val="90000"/>
            <a:hueOff val="-2903521"/>
            <a:satOff val="-14349"/>
            <a:lumOff val="-144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903521"/>
              <a:satOff val="-14349"/>
              <a:lumOff val="-14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1" tIns="330200" rIns="10963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 interaction every 2–3 minutes</a:t>
          </a:r>
        </a:p>
      </dsp:txBody>
      <dsp:txXfrm>
        <a:off x="4642992" y="1456161"/>
        <a:ext cx="1406180" cy="1181191"/>
      </dsp:txXfrm>
    </dsp:sp>
    <dsp:sp modelId="{F607D948-39FA-4052-AD4F-0D67DBE14352}">
      <dsp:nvSpPr>
        <dsp:cNvPr id="0" name=""/>
        <dsp:cNvSpPr/>
      </dsp:nvSpPr>
      <dsp:spPr>
        <a:xfrm>
          <a:off x="5050784" y="904938"/>
          <a:ext cx="590595" cy="590595"/>
        </a:xfrm>
        <a:prstGeom prst="ellipse">
          <a:avLst/>
        </a:prstGeom>
        <a:solidFill>
          <a:schemeClr val="accent2">
            <a:hueOff val="-2073432"/>
            <a:satOff val="-10969"/>
            <a:lumOff val="-4183"/>
            <a:alphaOff val="0"/>
          </a:schemeClr>
        </a:solidFill>
        <a:ln w="19050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045" tIns="12700" rIns="46045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4</a:t>
          </a:r>
        </a:p>
      </dsp:txBody>
      <dsp:txXfrm>
        <a:off x="5137275" y="991429"/>
        <a:ext cx="417613" cy="417613"/>
      </dsp:txXfrm>
    </dsp:sp>
    <dsp:sp modelId="{8235E33D-39A3-4C92-906F-17FD5AE5D64A}">
      <dsp:nvSpPr>
        <dsp:cNvPr id="0" name=""/>
        <dsp:cNvSpPr/>
      </dsp:nvSpPr>
      <dsp:spPr>
        <a:xfrm>
          <a:off x="4642992" y="2676653"/>
          <a:ext cx="1406180" cy="72"/>
        </a:xfrm>
        <a:prstGeom prst="rect">
          <a:avLst/>
        </a:prstGeom>
        <a:solidFill>
          <a:schemeClr val="accent2">
            <a:hueOff val="-2419004"/>
            <a:satOff val="-12797"/>
            <a:lumOff val="-4880"/>
            <a:alphaOff val="0"/>
          </a:schemeClr>
        </a:solidFill>
        <a:ln w="19050" cap="rnd" cmpd="sng" algn="ctr">
          <a:solidFill>
            <a:schemeClr val="accent2">
              <a:hueOff val="-2419004"/>
              <a:satOff val="-12797"/>
              <a:lumOff val="-48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4F875-33C6-4719-907E-DC523BD00E0C}">
      <dsp:nvSpPr>
        <dsp:cNvPr id="0" name=""/>
        <dsp:cNvSpPr/>
      </dsp:nvSpPr>
      <dsp:spPr>
        <a:xfrm>
          <a:off x="6189790" y="708073"/>
          <a:ext cx="1406180" cy="1968652"/>
        </a:xfrm>
        <a:prstGeom prst="rect">
          <a:avLst/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31" tIns="330200" rIns="10963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Include accessibility features</a:t>
          </a:r>
        </a:p>
      </dsp:txBody>
      <dsp:txXfrm>
        <a:off x="6189790" y="1456161"/>
        <a:ext cx="1406180" cy="1181191"/>
      </dsp:txXfrm>
    </dsp:sp>
    <dsp:sp modelId="{602EDD22-6F7C-4198-AE57-1E9D6729100D}">
      <dsp:nvSpPr>
        <dsp:cNvPr id="0" name=""/>
        <dsp:cNvSpPr/>
      </dsp:nvSpPr>
      <dsp:spPr>
        <a:xfrm>
          <a:off x="6597582" y="904938"/>
          <a:ext cx="590595" cy="590595"/>
        </a:xfrm>
        <a:prstGeom prst="ellipse">
          <a:avLst/>
        </a:prstGeom>
        <a:solidFill>
          <a:schemeClr val="accent2">
            <a:hueOff val="-2764576"/>
            <a:satOff val="-14625"/>
            <a:lumOff val="-5577"/>
            <a:alphaOff val="0"/>
          </a:schemeClr>
        </a:solidFill>
        <a:ln w="19050" cap="rnd" cmpd="sng" algn="ctr">
          <a:solidFill>
            <a:schemeClr val="accent2">
              <a:hueOff val="-2764576"/>
              <a:satOff val="-14625"/>
              <a:lumOff val="-55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045" tIns="12700" rIns="46045" bIns="127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5</a:t>
          </a:r>
        </a:p>
      </dsp:txBody>
      <dsp:txXfrm>
        <a:off x="6684073" y="991429"/>
        <a:ext cx="417613" cy="417613"/>
      </dsp:txXfrm>
    </dsp:sp>
    <dsp:sp modelId="{19065ABD-7493-49E4-862C-358775A58987}">
      <dsp:nvSpPr>
        <dsp:cNvPr id="0" name=""/>
        <dsp:cNvSpPr/>
      </dsp:nvSpPr>
      <dsp:spPr>
        <a:xfrm>
          <a:off x="6189790" y="2676653"/>
          <a:ext cx="1406180" cy="72"/>
        </a:xfrm>
        <a:prstGeom prst="rec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3FF8D-E8A8-43C7-8E2E-71D5FC596015}">
      <dsp:nvSpPr>
        <dsp:cNvPr id="0" name=""/>
        <dsp:cNvSpPr/>
      </dsp:nvSpPr>
      <dsp:spPr>
        <a:xfrm>
          <a:off x="0" y="600"/>
          <a:ext cx="4414719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CB8CC-541A-483F-BAE8-B100C011CA90}">
      <dsp:nvSpPr>
        <dsp:cNvPr id="0" name=""/>
        <dsp:cNvSpPr/>
      </dsp:nvSpPr>
      <dsp:spPr>
        <a:xfrm>
          <a:off x="424883" y="316629"/>
          <a:ext cx="772515" cy="772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415D7-746C-4A05-9E08-8B3E130D5FBF}">
      <dsp:nvSpPr>
        <dsp:cNvPr id="0" name=""/>
        <dsp:cNvSpPr/>
      </dsp:nvSpPr>
      <dsp:spPr>
        <a:xfrm>
          <a:off x="1622283" y="600"/>
          <a:ext cx="2792435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Reflect on cognitive load</a:t>
          </a:r>
        </a:p>
      </dsp:txBody>
      <dsp:txXfrm>
        <a:off x="1622283" y="600"/>
        <a:ext cx="2792435" cy="1404574"/>
      </dsp:txXfrm>
    </dsp:sp>
    <dsp:sp modelId="{B48207A5-B107-40EA-AEDA-70E8DB0681FC}">
      <dsp:nvSpPr>
        <dsp:cNvPr id="0" name=""/>
        <dsp:cNvSpPr/>
      </dsp:nvSpPr>
      <dsp:spPr>
        <a:xfrm>
          <a:off x="0" y="1756318"/>
          <a:ext cx="4414719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57B23-E35B-42AB-BDBC-3F145F632375}">
      <dsp:nvSpPr>
        <dsp:cNvPr id="0" name=""/>
        <dsp:cNvSpPr/>
      </dsp:nvSpPr>
      <dsp:spPr>
        <a:xfrm>
          <a:off x="424883" y="2072347"/>
          <a:ext cx="772515" cy="772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A2D0B-4F99-4185-9F52-6514D6E1761A}">
      <dsp:nvSpPr>
        <dsp:cNvPr id="0" name=""/>
        <dsp:cNvSpPr/>
      </dsp:nvSpPr>
      <dsp:spPr>
        <a:xfrm>
          <a:off x="1622283" y="1756318"/>
          <a:ext cx="2792435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Consider risks of overusing video</a:t>
          </a:r>
        </a:p>
      </dsp:txBody>
      <dsp:txXfrm>
        <a:off x="1622283" y="1756318"/>
        <a:ext cx="2792435" cy="1404574"/>
      </dsp:txXfrm>
    </dsp:sp>
    <dsp:sp modelId="{0CF1273B-B80A-4805-B43C-B309F582FB20}">
      <dsp:nvSpPr>
        <dsp:cNvPr id="0" name=""/>
        <dsp:cNvSpPr/>
      </dsp:nvSpPr>
      <dsp:spPr>
        <a:xfrm>
          <a:off x="0" y="3512036"/>
          <a:ext cx="4414719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CADFC-7605-41E7-8264-BB9F72D590CF}">
      <dsp:nvSpPr>
        <dsp:cNvPr id="0" name=""/>
        <dsp:cNvSpPr/>
      </dsp:nvSpPr>
      <dsp:spPr>
        <a:xfrm>
          <a:off x="424883" y="3828065"/>
          <a:ext cx="772515" cy="7725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A14F1-407B-43B2-837F-63AE04F377E0}">
      <dsp:nvSpPr>
        <dsp:cNvPr id="0" name=""/>
        <dsp:cNvSpPr/>
      </dsp:nvSpPr>
      <dsp:spPr>
        <a:xfrm>
          <a:off x="1622283" y="3512036"/>
          <a:ext cx="2792435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Plan for active engagement</a:t>
          </a:r>
        </a:p>
      </dsp:txBody>
      <dsp:txXfrm>
        <a:off x="1622283" y="3512036"/>
        <a:ext cx="2792435" cy="14045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2F858-9F98-4DC5-B043-C64392A30318}">
      <dsp:nvSpPr>
        <dsp:cNvPr id="0" name=""/>
        <dsp:cNvSpPr/>
      </dsp:nvSpPr>
      <dsp:spPr>
        <a:xfrm>
          <a:off x="0" y="2040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FF594-30B8-4151-B9D0-BDB71621CD6F}">
      <dsp:nvSpPr>
        <dsp:cNvPr id="0" name=""/>
        <dsp:cNvSpPr/>
      </dsp:nvSpPr>
      <dsp:spPr>
        <a:xfrm>
          <a:off x="312888" y="234768"/>
          <a:ext cx="568888" cy="5688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2DC1D-E1FD-4EB3-8101-8C5BC3A3A737}">
      <dsp:nvSpPr>
        <dsp:cNvPr id="0" name=""/>
        <dsp:cNvSpPr/>
      </dsp:nvSpPr>
      <dsp:spPr>
        <a:xfrm>
          <a:off x="1194666" y="2040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 a 3–5 minute instructional video</a:t>
          </a:r>
        </a:p>
      </dsp:txBody>
      <dsp:txXfrm>
        <a:off x="1194666" y="2040"/>
        <a:ext cx="3220052" cy="1034343"/>
      </dsp:txXfrm>
    </dsp:sp>
    <dsp:sp modelId="{49612C2B-CAE5-4BDD-88BA-DE6071C39A78}">
      <dsp:nvSpPr>
        <dsp:cNvPr id="0" name=""/>
        <dsp:cNvSpPr/>
      </dsp:nvSpPr>
      <dsp:spPr>
        <a:xfrm>
          <a:off x="0" y="1294969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8F981-25E8-4579-8A6F-C4F917BBDB38}">
      <dsp:nvSpPr>
        <dsp:cNvPr id="0" name=""/>
        <dsp:cNvSpPr/>
      </dsp:nvSpPr>
      <dsp:spPr>
        <a:xfrm>
          <a:off x="312888" y="1527696"/>
          <a:ext cx="568888" cy="5688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48335-F656-4EBD-8486-6C7E6129A2ED}">
      <dsp:nvSpPr>
        <dsp:cNvPr id="0" name=""/>
        <dsp:cNvSpPr/>
      </dsp:nvSpPr>
      <dsp:spPr>
        <a:xfrm>
          <a:off x="1194666" y="1294969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Develop script and storyboard aligned with listed objectives</a:t>
          </a:r>
        </a:p>
      </dsp:txBody>
      <dsp:txXfrm>
        <a:off x="1194666" y="1294969"/>
        <a:ext cx="3220052" cy="1034343"/>
      </dsp:txXfrm>
    </dsp:sp>
    <dsp:sp modelId="{29A0A276-4E19-48A3-9BE4-5C3D59B21BAD}">
      <dsp:nvSpPr>
        <dsp:cNvPr id="0" name=""/>
        <dsp:cNvSpPr/>
      </dsp:nvSpPr>
      <dsp:spPr>
        <a:xfrm>
          <a:off x="0" y="2587898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6AC8B-7A58-483E-A918-D09609737EAD}">
      <dsp:nvSpPr>
        <dsp:cNvPr id="0" name=""/>
        <dsp:cNvSpPr/>
      </dsp:nvSpPr>
      <dsp:spPr>
        <a:xfrm>
          <a:off x="312888" y="2820625"/>
          <a:ext cx="568888" cy="5688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62DDC-09D1-4176-A1F0-0FA478065D69}">
      <dsp:nvSpPr>
        <dsp:cNvPr id="0" name=""/>
        <dsp:cNvSpPr/>
      </dsp:nvSpPr>
      <dsp:spPr>
        <a:xfrm>
          <a:off x="1194666" y="2587898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Screencast-O-Matic, Microsoft Stream, Canva, </a:t>
          </a:r>
          <a:r>
            <a:rPr lang="en-US" sz="1900" kern="1200" dirty="0" err="1"/>
            <a:t>CapCut</a:t>
          </a:r>
          <a:r>
            <a:rPr lang="en-US" sz="1900" kern="1200" dirty="0"/>
            <a:t> or any other tool</a:t>
          </a:r>
        </a:p>
      </dsp:txBody>
      <dsp:txXfrm>
        <a:off x="1194666" y="2587898"/>
        <a:ext cx="3220052" cy="1034343"/>
      </dsp:txXfrm>
    </dsp:sp>
    <dsp:sp modelId="{FCAF81DB-AAD8-45A1-8F42-46A2CEB782B4}">
      <dsp:nvSpPr>
        <dsp:cNvPr id="0" name=""/>
        <dsp:cNvSpPr/>
      </dsp:nvSpPr>
      <dsp:spPr>
        <a:xfrm>
          <a:off x="0" y="3880827"/>
          <a:ext cx="4414719" cy="10343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63420-6A9A-41BB-8743-725EED688F50}">
      <dsp:nvSpPr>
        <dsp:cNvPr id="0" name=""/>
        <dsp:cNvSpPr/>
      </dsp:nvSpPr>
      <dsp:spPr>
        <a:xfrm>
          <a:off x="312888" y="4113554"/>
          <a:ext cx="568888" cy="5688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2A30D5-E30F-4084-855E-1524EB2B0BF0}">
      <dsp:nvSpPr>
        <dsp:cNvPr id="0" name=""/>
        <dsp:cNvSpPr/>
      </dsp:nvSpPr>
      <dsp:spPr>
        <a:xfrm>
          <a:off x="1194666" y="3880827"/>
          <a:ext cx="3220052" cy="103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8" tIns="109468" rIns="109468" bIns="10946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Reflect on design decisions</a:t>
          </a:r>
        </a:p>
      </dsp:txBody>
      <dsp:txXfrm>
        <a:off x="1194666" y="3880827"/>
        <a:ext cx="3220052" cy="1034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1FA90-6979-40DC-ACB9-F143A66DD75D}" type="datetimeFigureOut">
              <a:rPr lang="en-TT" smtClean="0"/>
              <a:t>24/10/2026</a:t>
            </a:fld>
            <a:endParaRPr lang="en-T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3A973-DFFF-4C34-9B52-A10FEA143390}" type="slidenum">
              <a:rPr lang="en-TT" smtClean="0"/>
              <a:t>‹#›</a:t>
            </a:fld>
            <a:endParaRPr lang="en-TT"/>
          </a:p>
        </p:txBody>
      </p:sp>
    </p:spTree>
    <p:extLst>
      <p:ext uri="{BB962C8B-B14F-4D97-AF65-F5344CB8AC3E}">
        <p14:creationId xmlns:p14="http://schemas.microsoft.com/office/powerpoint/2010/main" val="226395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They are designed to explain concepts, demonstrate processes, stimulate discussion, or reinforce understanding.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They may be teacher created, student created, professionally produced, live or recorded.</a:t>
            </a:r>
            <a:endParaRPr/>
          </a:p>
        </p:txBody>
      </p:sp>
      <p:sp>
        <p:nvSpPr>
          <p:cNvPr id="407" name="Google Shape;40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1. Pre-Teaching Tool/Set induction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short clips to introduce new topics.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Activate prior knowledge.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2. During Instruction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for discussion.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predictive questions.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Clarify difficult concepts.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3. Flipped Classroom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Students watch videos at home.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Classroom time is used for discussion and practice.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4. Skill Demonstration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step-by-step procedures.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Replay complex steps.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5. Assessment Tool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Embed quizzes in videos.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reflective questions.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video analysis activities.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6. Student-Created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 students to create explanatory videos.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Encourage peer teaching.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7. Differentiated Instruction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Provide varied video formats for different learning needs.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Allow replay for reinforcement.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0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7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71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3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6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8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3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09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92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8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51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82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91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06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2">
  <p:cSld name="Title, Content Photo 1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241300" y="5111854"/>
            <a:ext cx="2959101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rbe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4188279" y="5111854"/>
            <a:ext cx="4626267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Font typeface="Arial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200"/>
              <a:buFont typeface="Arial"/>
              <a:buNone/>
              <a:defRPr sz="900"/>
            </a:lvl2pPr>
            <a:lvl3pPr marL="1028700" lvl="2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Font typeface="Arial"/>
              <a:buNone/>
              <a:defRPr sz="825"/>
            </a:lvl3pPr>
            <a:lvl4pPr marL="1371600" lvl="3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Font typeface="Arial"/>
              <a:buNone/>
              <a:defRPr sz="788"/>
            </a:lvl4pPr>
            <a:lvl5pPr marL="1714500" lvl="4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750"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pic>
        <p:nvPicPr>
          <p:cNvPr id="26" name="Google Shape;26;p1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0" y="0"/>
            <a:ext cx="8812530" cy="472486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>
            <a:off x="901699" y="6422855"/>
            <a:ext cx="2250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ftr" idx="11"/>
          </p:nvPr>
        </p:nvSpPr>
        <p:spPr>
          <a:xfrm>
            <a:off x="4197353" y="6422855"/>
            <a:ext cx="37833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ldNum" idx="12"/>
          </p:nvPr>
        </p:nvSpPr>
        <p:spPr>
          <a:xfrm>
            <a:off x="7994195" y="6422855"/>
            <a:ext cx="7096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4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">
  <p:cSld name="Title, Content Photo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4162806" y="548640"/>
            <a:ext cx="45262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8" name="Google Shape;38;p20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0" y="0"/>
            <a:ext cx="3633039" cy="63991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4162806" y="1828800"/>
            <a:ext cx="4526280" cy="448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▪"/>
              <a:defRPr/>
            </a:lvl1pPr>
            <a:lvl2pPr marL="685800" lvl="1" indent="-257175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▪"/>
              <a:defRPr/>
            </a:lvl2pPr>
            <a:lvl3pPr marL="1028700" lvl="2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3pPr>
            <a:lvl4pPr marL="1371600" lvl="3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4pPr>
            <a:lvl5pPr marL="1714500" lvl="4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dt" idx="10"/>
          </p:nvPr>
        </p:nvSpPr>
        <p:spPr>
          <a:xfrm>
            <a:off x="901699" y="6422855"/>
            <a:ext cx="2250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ftr" idx="11"/>
          </p:nvPr>
        </p:nvSpPr>
        <p:spPr>
          <a:xfrm>
            <a:off x="4197353" y="6422855"/>
            <a:ext cx="37833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sldNum" idx="12"/>
          </p:nvPr>
        </p:nvSpPr>
        <p:spPr>
          <a:xfrm>
            <a:off x="7994195" y="6422855"/>
            <a:ext cx="7096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1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2">
  <p:cSld name="Title, Content Photo 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>
            <a:spLocks noGrp="1"/>
          </p:cNvSpPr>
          <p:nvPr>
            <p:ph type="title"/>
          </p:nvPr>
        </p:nvSpPr>
        <p:spPr>
          <a:xfrm>
            <a:off x="322326" y="548640"/>
            <a:ext cx="460171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1"/>
          </p:nvPr>
        </p:nvSpPr>
        <p:spPr>
          <a:xfrm>
            <a:off x="322326" y="1828800"/>
            <a:ext cx="4601718" cy="448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▪"/>
              <a:defRPr/>
            </a:lvl1pPr>
            <a:lvl2pPr marL="685800" lvl="1" indent="-257175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▪"/>
              <a:defRPr/>
            </a:lvl2pPr>
            <a:lvl3pPr marL="1028700" lvl="2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3pPr>
            <a:lvl4pPr marL="1371600" lvl="3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4pPr>
            <a:lvl5pPr marL="1714500" lvl="4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pic>
        <p:nvPicPr>
          <p:cNvPr id="46" name="Google Shape;46;p21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514978" y="0"/>
            <a:ext cx="3629022" cy="63991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901699" y="6422855"/>
            <a:ext cx="2250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197353" y="6422855"/>
            <a:ext cx="37833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994195" y="6422855"/>
            <a:ext cx="7096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lvl="1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lvl="2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lvl="3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lvl="4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lvl="5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lvl="6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lvl="7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lvl="8" indent="0" algn="l">
              <a:spcBef>
                <a:spcPts val="0"/>
              </a:spcBef>
              <a:buNone/>
              <a:defRPr sz="900" b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0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7">
  <p:cSld name="Title, Content Photo 17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322327" y="550218"/>
            <a:ext cx="2870579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orbe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" name="Google Shape;52;p2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" y="2293494"/>
            <a:ext cx="3132614" cy="456450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840590" y="549275"/>
            <a:ext cx="4920854" cy="578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▪"/>
              <a:defRPr/>
            </a:lvl1pPr>
            <a:lvl2pPr marL="685800" lvl="1" indent="-257175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▪"/>
              <a:defRPr/>
            </a:lvl2pPr>
            <a:lvl3pPr marL="1028700" lvl="2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3pPr>
            <a:lvl4pPr marL="1371600" lvl="3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4pPr>
            <a:lvl5pPr marL="1714500" lvl="4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3836305" y="6492240"/>
            <a:ext cx="213283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4197353" y="6422855"/>
            <a:ext cx="37833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7994195" y="6422855"/>
            <a:ext cx="7096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3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 2">
  <p:cSld name="Conclusion 2">
    <p:bg>
      <p:bgPr>
        <a:solidFill>
          <a:schemeClr val="lt2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 txBox="1">
            <a:spLocks noGrp="1"/>
          </p:cNvSpPr>
          <p:nvPr>
            <p:ph type="title"/>
          </p:nvPr>
        </p:nvSpPr>
        <p:spPr>
          <a:xfrm>
            <a:off x="322326" y="1627318"/>
            <a:ext cx="6323076" cy="184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orbe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5"/>
          <p:cNvSpPr txBox="1">
            <a:spLocks noGrp="1"/>
          </p:cNvSpPr>
          <p:nvPr>
            <p:ph type="body" idx="1"/>
          </p:nvPr>
        </p:nvSpPr>
        <p:spPr>
          <a:xfrm>
            <a:off x="322326" y="3622673"/>
            <a:ext cx="632307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200"/>
              <a:buNone/>
              <a:defRPr/>
            </a:lvl1pPr>
            <a:lvl2pPr marL="685800" lvl="1" indent="-17145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80" name="Google Shape;380;p25"/>
          <p:cNvSpPr txBox="1">
            <a:spLocks noGrp="1"/>
          </p:cNvSpPr>
          <p:nvPr>
            <p:ph type="dt" idx="10"/>
          </p:nvPr>
        </p:nvSpPr>
        <p:spPr>
          <a:xfrm>
            <a:off x="901699" y="6422855"/>
            <a:ext cx="2250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ftr" idx="11"/>
          </p:nvPr>
        </p:nvSpPr>
        <p:spPr>
          <a:xfrm>
            <a:off x="4197353" y="6422855"/>
            <a:ext cx="37833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sldNum" idx="12"/>
          </p:nvPr>
        </p:nvSpPr>
        <p:spPr>
          <a:xfrm>
            <a:off x="7994195" y="6422855"/>
            <a:ext cx="7096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6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hoto 1">
  <p:cSld name="Title, Photo 1">
    <p:bg>
      <p:bgPr>
        <a:solidFill>
          <a:schemeClr val="dk1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"/>
          <p:cNvSpPr txBox="1">
            <a:spLocks noGrp="1"/>
          </p:cNvSpPr>
          <p:nvPr>
            <p:ph type="ctrTitle"/>
          </p:nvPr>
        </p:nvSpPr>
        <p:spPr>
          <a:xfrm>
            <a:off x="322326" y="5276088"/>
            <a:ext cx="851077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rbel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27"/>
          <p:cNvSpPr txBox="1">
            <a:spLocks noGrp="1"/>
          </p:cNvSpPr>
          <p:nvPr>
            <p:ph type="subTitle" idx="1"/>
          </p:nvPr>
        </p:nvSpPr>
        <p:spPr>
          <a:xfrm>
            <a:off x="322326" y="5980176"/>
            <a:ext cx="851077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35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200"/>
            </a:lvl9pPr>
          </a:lstStyle>
          <a:p>
            <a:endParaRPr/>
          </a:p>
        </p:txBody>
      </p:sp>
      <p:pic>
        <p:nvPicPr>
          <p:cNvPr id="386" name="Google Shape;386;p2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0" y="0"/>
            <a:ext cx="8799863" cy="513580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387" name="Google Shape;387;p27"/>
          <p:cNvSpPr txBox="1">
            <a:spLocks noGrp="1"/>
          </p:cNvSpPr>
          <p:nvPr>
            <p:ph type="dt" idx="10"/>
          </p:nvPr>
        </p:nvSpPr>
        <p:spPr>
          <a:xfrm>
            <a:off x="102870" y="6519673"/>
            <a:ext cx="2620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27"/>
          <p:cNvSpPr txBox="1">
            <a:spLocks noGrp="1"/>
          </p:cNvSpPr>
          <p:nvPr>
            <p:ph type="ftr" idx="11"/>
          </p:nvPr>
        </p:nvSpPr>
        <p:spPr>
          <a:xfrm>
            <a:off x="6657391" y="6519673"/>
            <a:ext cx="21040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27"/>
          <p:cNvSpPr txBox="1">
            <a:spLocks noGrp="1"/>
          </p:cNvSpPr>
          <p:nvPr>
            <p:ph type="sldNum" idx="12"/>
          </p:nvPr>
        </p:nvSpPr>
        <p:spPr>
          <a:xfrm>
            <a:off x="8724122" y="6519673"/>
            <a:ext cx="3219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lvl="1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lvl="2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lvl="3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lvl="4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lvl="5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lvl="6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lvl="7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lvl="8" indent="0" algn="l">
              <a:spcBef>
                <a:spcPts val="0"/>
              </a:spcBef>
              <a:buNone/>
              <a:defRPr sz="9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4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19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1.jpe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png"/><Relationship Id="rId9" Type="http://schemas.microsoft.com/office/2007/relationships/diagramDrawing" Target="../diagrams/drawin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1OWW7O8dtA?si=ywoBu2Fne2fYcUHH" TargetMode="External"/><Relationship Id="rId2" Type="http://schemas.openxmlformats.org/officeDocument/2006/relationships/hyperlink" Target="https://youtu.be/CtoVR5ZByoM?si=E7SuPcU3UQDRQaM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9KFKw9EzAxw?si=tALnb8lJp-3Z0MTG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n2DoZZ7OtvE?si=-RQzetwDjStCkC5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ZOfLN4YqhY" TargetMode="External"/><Relationship Id="rId2" Type="http://schemas.openxmlformats.org/officeDocument/2006/relationships/hyperlink" Target="https://youtu.be/LR1TroBTlwA?si=JWTcC8p7CccTTEwh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dyGAjj2xAw" TargetMode="External"/><Relationship Id="rId2" Type="http://schemas.openxmlformats.org/officeDocument/2006/relationships/hyperlink" Target="https://youtu.be/fPjZK2VnGBQ?si=qUNak8lqfRTYa_41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unknowncystic.wordpress.com/2012/05/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C946AC-2072-4946-A2B8-39F09D09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48C8C8-F348-4D00-852A-26DD9EBC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55"/>
          <a:stretch/>
        </p:blipFill>
        <p:spPr>
          <a:xfrm>
            <a:off x="1" y="857250"/>
            <a:ext cx="4520072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157" y="2381250"/>
            <a:ext cx="3385344" cy="21145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FFFFFF"/>
                </a:solidFill>
              </a:rPr>
              <a:t>Integrating Video Effectively in Teaching and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157" y="4495800"/>
            <a:ext cx="3385344" cy="685801"/>
          </a:xfrm>
        </p:spPr>
        <p:txBody>
          <a:bodyPr>
            <a:normAutofit/>
          </a:bodyPr>
          <a:lstStyle/>
          <a:p>
            <a:endParaRPr lang="en-TT" dirty="0">
              <a:solidFill>
                <a:srgbClr val="FFFFFF"/>
              </a:solidFill>
            </a:endParaRPr>
          </a:p>
        </p:txBody>
      </p:sp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559FD8B5-8CC4-4CFE-BD2A-1216B1F2C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349034" y="2195761"/>
            <a:ext cx="4786054" cy="4660900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68580" tIns="34290" rIns="68580" bIns="34290" rtlCol="0" anchor="t">
            <a:normAutofit/>
          </a:bodyPr>
          <a:lstStyle/>
          <a:p>
            <a:pPr algn="ctr">
              <a:spcAft>
                <a:spcPts val="750"/>
              </a:spcAft>
              <a:buClr>
                <a:schemeClr val="tx1"/>
              </a:buClr>
              <a:buSzPct val="100000"/>
            </a:pPr>
            <a:endParaRPr lang="en-US" sz="1200" cap="all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9ECF13F4-3D2A-4F2E-9BBD-3038670D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39590" y="1779136"/>
            <a:ext cx="5172535" cy="4504118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660E16-DCC0-4B6C-8E84-4C292580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16205" y="1949089"/>
            <a:ext cx="5007957" cy="3926499"/>
            <a:chOff x="5516018" y="331504"/>
            <a:chExt cx="6675982" cy="523532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130F79-611E-4458-B53E-36A25721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EA78691-46E9-469A-921B-9D16933E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4AA196-3090-4283-ADF0-893F81085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D33794-9D71-4B08-AE11-8B589EFBA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AFBF0E-867E-4181-93DF-9A13F334B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7EA8258-0459-4037-BABC-B1A0A5D70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8BB355F-363A-4046-90AF-3DDB7AA18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334308-B9EC-41CF-8B6C-23FB134BA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81133-0656-4918-BE6A-703C148E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B4F93AD-8044-447B-8CAC-8A0697160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AA78689-5B7A-4420-A3DC-0EA08158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09CC934-4D78-4334-8B7F-4D0C13D6C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68DA411-6F43-42CF-8A08-B2871E38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417563A-04A5-4952-AA6D-E503558C5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A41B232-E630-4AC7-9A97-763529D70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EABA1A2-F7BA-4FB5-AD0A-A4DBBCF6F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EA99E51-908F-4D65-AC2B-A8E75A1FE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F2D126B-7D1C-4D2C-97D5-2D8C686B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B20164-1C4E-4FA3-A2E5-389E74077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4E7AD9-228F-47CD-A598-CB579B489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D2B81A-6082-4668-8AA7-F2757C8EC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469BD5F-3BFE-4BA0-A24F-7F80A73B8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24D532A-F49F-4BB9-AAA6-8B2B89CB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B2224AE-40A4-483D-991E-9490A01B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D3DE117-F3FA-4657-B4A7-40DE41238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5EA1EB-1126-463C-AD87-4FB126C6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0336723-7646-4B25-9EE9-519CC8334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52B6D8B-5579-4262-9376-B702382B0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07893BD-D1AE-48C1-91A9-D4787937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C6FEEA5-8E66-4C31-92AD-01305FF4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3E18335-591C-4354-9390-DD371BB3F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51098D0-C2B4-4D61-92D5-C81DDBDA2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EACD9C3-3E01-47CF-BC68-BDAE22E30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0A5C950-6480-44E0-9D50-F193147D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68F1BDE-24EB-4308-AB69-F353C8598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83E12EF-845B-41E6-BA82-F6CD46C0F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46EE72-4D70-46B4-B655-74722AAC2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2BB073B-89FD-4B47-814B-A8EE7A1EE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EE25488-63A9-43E5-A03F-2E628C3B2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BE7FDEE-BD70-4D8F-B5CE-4D03F1D00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039673A-8522-4BFC-B8B2-7F2FEAED4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7AB08C4-AF01-4D1D-90EA-A4113CFF9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8E7B06-FF45-4365-9DF4-E8E315A5B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8F00765-F5EC-427C-A7A1-CDFA040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FE1EF8A-C81D-4879-9142-3697CA0BC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80C0B62-6F07-4DD2-B308-F3C29F29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9C7C8CB-2D13-4138-B3C1-B78EC19B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EB1BC7E-04BC-423C-843D-7C149C25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8BA62C3-B17C-4AD0-B585-1C42ED74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B6F8BD1-22F9-4EE2-93C7-F859F3B99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173F2AA-33AE-4A43-AFA9-50C60D6F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6339DB1-5BB0-42C5-B12D-7555AD403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413BF1A-CE02-41EB-8977-EBE39AE0D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899680C-3DC7-4B71-8D34-7EE8306FE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3B57EA5-419A-4EE0-BB93-356B12F6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7A79B15-73B1-417F-A985-25FBC893F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66DE9DC-92E2-44D8-B7D0-D1295DD8F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9A1F3CD-685D-4541-8715-91E39B1E2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63E90F9-BD80-4805-A68E-CA56D524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014402D-979B-4D18-9E85-4D8F6C986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A04AE49-4B0B-4908-B1DB-480F568D2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293E6AC-4EF0-4B88-AC7E-BCB11201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344B49D-AFCD-4426-AC08-F3128282C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3B776AB-0884-47E4-AC8D-69A19A610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1EC5397-87DB-4803-855B-44DFE9BB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EF0075-59DA-4C16-BF01-C65EE2DD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ABF3642-CC62-4EA5-8A59-1AFF97A56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7715913-AE6D-4FFC-A6EC-E7EE027D2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6B78CB6-17D0-445E-A523-FD18D3BE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83E7655-41DA-4DFA-9DEC-FD37064F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E953697-F897-4DE0-B735-80C721129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C7CED19-0566-4D81-A59A-5A3561F1B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E247A59-B18F-4331-BC8D-07C3DA5E8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21C3132-6A07-4EB5-A00C-2176067C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067D677-3FA9-4187-B1CA-F6298A917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2E9FC80-B3E8-47CE-862C-9F6E9E598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D383F3C-A57C-472A-9E05-CCD8A4F8E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534D376-6ABA-4DF9-BBEA-EB5A88180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phic 6" descr="Video camera">
            <a:extLst>
              <a:ext uri="{FF2B5EF4-FFF2-40B4-BE49-F238E27FC236}">
                <a16:creationId xmlns:a16="http://schemas.microsoft.com/office/drawing/2014/main" id="{DC563538-E022-031A-4AC6-1C4132330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4638" y="3344190"/>
            <a:ext cx="2765183" cy="276518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TT" dirty="0">
                <a:solidFill>
                  <a:srgbClr val="FFFFFF"/>
                </a:solidFill>
              </a:rPr>
              <a:t>Specific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F09C9A-D162-1F65-8830-3ADEBD8C9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392489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"/>
          <p:cNvSpPr/>
          <p:nvPr/>
        </p:nvSpPr>
        <p:spPr>
          <a:xfrm>
            <a:off x="2286" y="989332"/>
            <a:ext cx="9141714" cy="1234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0" name="Google Shape;410;p3"/>
          <p:cNvSpPr txBox="1">
            <a:spLocks noGrp="1"/>
          </p:cNvSpPr>
          <p:nvPr>
            <p:ph type="title"/>
          </p:nvPr>
        </p:nvSpPr>
        <p:spPr>
          <a:xfrm>
            <a:off x="902189" y="1070382"/>
            <a:ext cx="7338060" cy="11315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buSzPts val="4000"/>
            </a:pPr>
            <a:r>
              <a:rPr lang="en-US" sz="3000" b="1" dirty="0">
                <a:solidFill>
                  <a:schemeClr val="bg1"/>
                </a:solidFill>
              </a:rPr>
              <a:t>WHAT ARE VIDEOS IN EDUCATION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411" name="Google Shape;411;p3" descr="Abstract film reel textur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5160" r="13102" b="-1"/>
          <a:stretch/>
        </p:blipFill>
        <p:spPr>
          <a:xfrm>
            <a:off x="363" y="2223771"/>
            <a:ext cx="3256813" cy="37769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412" name="Google Shape;412;p3"/>
          <p:cNvSpPr txBox="1">
            <a:spLocks noGrp="1"/>
          </p:cNvSpPr>
          <p:nvPr>
            <p:ph type="body" idx="1"/>
          </p:nvPr>
        </p:nvSpPr>
        <p:spPr>
          <a:xfrm>
            <a:off x="3579019" y="2366010"/>
            <a:ext cx="4893469" cy="31546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3600"/>
            </a:pPr>
            <a:r>
              <a:rPr lang="en-US" sz="2700" dirty="0">
                <a:latin typeface="Arial"/>
                <a:ea typeface="Arial"/>
                <a:cs typeface="Arial"/>
                <a:sym typeface="Arial"/>
              </a:rPr>
              <a:t>Videos in education are structured visual, and audio instructional material used to support teaching and learning objectives. </a:t>
            </a:r>
            <a:endParaRPr dirty="0"/>
          </a:p>
        </p:txBody>
      </p:sp>
      <p:sp>
        <p:nvSpPr>
          <p:cNvPr id="413" name="Google Shape;413;p3"/>
          <p:cNvSpPr txBox="1">
            <a:spLocks noGrp="1"/>
          </p:cNvSpPr>
          <p:nvPr>
            <p:ph type="dt" idx="10"/>
          </p:nvPr>
        </p:nvSpPr>
        <p:spPr>
          <a:xfrm>
            <a:off x="901699" y="5674391"/>
            <a:ext cx="2250671" cy="2738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34275" bIns="34275" rtlCol="0" anchor="ctr" anchorCtr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2/26/2026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F0E5-8712-DA0D-1C99-6B752239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en-TT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5C4C3-53FD-87F0-01B1-566196213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33" y="2261420"/>
            <a:ext cx="3002202" cy="3637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TT" b="1"/>
              <a:t>Why do we use videos in Education?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38B37C14-2AF0-E8B6-A509-1A91DDFA3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7314" y="1062037"/>
            <a:ext cx="4571694" cy="457169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264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3094482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1943100" cy="4995333"/>
          </a:xfrm>
        </p:spPr>
        <p:txBody>
          <a:bodyPr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Why Use Video in Education?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ADEDA-7213-AB2E-F970-046B5545A2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1745151"/>
              </p:ext>
            </p:extLst>
          </p:nvPr>
        </p:nvGraphicFramePr>
        <p:xfrm>
          <a:off x="3606450" y="901700"/>
          <a:ext cx="4908900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DD536F-3F4A-4B15-A2D3-B9FB07F12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FF42C-759F-FCC7-BDB1-7D639284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354" y="1873252"/>
            <a:ext cx="6153293" cy="17598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50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C9CE-31BC-D9C2-9521-6BCDB789A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853" y="3812722"/>
            <a:ext cx="5398295" cy="9307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cap="all" dirty="0"/>
              <a:t>Which Theories are supported by using videos in education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4222" y="3714750"/>
            <a:ext cx="37555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824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"/>
          <p:cNvSpPr/>
          <p:nvPr/>
        </p:nvSpPr>
        <p:spPr>
          <a:xfrm>
            <a:off x="2286" y="989332"/>
            <a:ext cx="9141714" cy="1234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2" name="Google Shape;442;p5"/>
          <p:cNvSpPr txBox="1">
            <a:spLocks noGrp="1"/>
          </p:cNvSpPr>
          <p:nvPr>
            <p:ph type="title"/>
          </p:nvPr>
        </p:nvSpPr>
        <p:spPr>
          <a:xfrm>
            <a:off x="902189" y="1070382"/>
            <a:ext cx="7338060" cy="11315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buSzPts val="4000"/>
            </a:pPr>
            <a:r>
              <a:rPr lang="en-US" b="1" dirty="0">
                <a:solidFill>
                  <a:schemeClr val="bg1"/>
                </a:solidFill>
              </a:rPr>
              <a:t>Theories Supported by VIDEOS IN EDUCATION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443" name="Google Shape;443;p5" descr="Presentation with media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615" y="2719974"/>
            <a:ext cx="1579216" cy="157921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"/>
          <p:cNvSpPr txBox="1">
            <a:spLocks noGrp="1"/>
          </p:cNvSpPr>
          <p:nvPr>
            <p:ph type="body" idx="1"/>
          </p:nvPr>
        </p:nvSpPr>
        <p:spPr>
          <a:xfrm>
            <a:off x="2562831" y="2366010"/>
            <a:ext cx="5909657" cy="402564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/>
              <a:t>Videos provide visual experiences that help learners connect new information. Learners build knowledge actively. (Jean Piaget Constructivism)</a:t>
            </a:r>
            <a:endParaRPr dirty="0"/>
          </a:p>
          <a:p>
            <a:pPr marL="0" indent="0">
              <a:spcBef>
                <a:spcPts val="1050"/>
              </a:spcBef>
              <a:buSzPct val="100000"/>
            </a:pPr>
            <a:r>
              <a:rPr lang="en-US" dirty="0"/>
              <a:t>Videos stimulate discussion, collaboration, and guided learning.  (Lev Vygotsky Social constructivism)</a:t>
            </a:r>
            <a:endParaRPr dirty="0"/>
          </a:p>
          <a:p>
            <a:pPr marL="0" indent="0">
              <a:spcBef>
                <a:spcPts val="1050"/>
              </a:spcBef>
              <a:buSzPct val="100000"/>
            </a:pPr>
            <a:r>
              <a:rPr lang="en-US" dirty="0"/>
              <a:t>Demonstration videos model behaviors, skills and problem-solving strategies. People learn by observing others. (Albert Bandura-Social Learning theory)</a:t>
            </a:r>
            <a:endParaRPr dirty="0"/>
          </a:p>
          <a:p>
            <a:pPr marL="0" indent="0">
              <a:spcBef>
                <a:spcPts val="1050"/>
              </a:spcBef>
              <a:buSzPct val="100000"/>
            </a:pPr>
            <a:r>
              <a:rPr lang="en-US" dirty="0"/>
              <a:t>Videos reduce cognitive overload when designed properly. Learners understand better  when information is presented using both words and visuals. (Richard Mayer Cognitive Theory of Multimedia Learning)</a:t>
            </a:r>
            <a:endParaRPr dirty="0"/>
          </a:p>
          <a:p>
            <a:pPr marL="0" indent="0">
              <a:spcBef>
                <a:spcPts val="1050"/>
              </a:spcBef>
              <a:buSzPct val="100000"/>
            </a:pPr>
            <a:r>
              <a:rPr lang="en-US" dirty="0"/>
              <a:t>Videos stimulate real-life experiences that students can reflect on and analyze. Learning occurs through experience and reflection. (David Kolb-Experiential Learning)</a:t>
            </a:r>
            <a:endParaRPr dirty="0"/>
          </a:p>
          <a:p>
            <a:pPr marL="0" indent="88106">
              <a:spcBef>
                <a:spcPts val="1050"/>
              </a:spcBef>
              <a:buSzPct val="100000"/>
              <a:buNone/>
            </a:pPr>
            <a:endParaRPr sz="1500" dirty="0"/>
          </a:p>
          <a:p>
            <a:pPr marL="0" indent="88106">
              <a:spcBef>
                <a:spcPts val="1050"/>
              </a:spcBef>
              <a:buSzPct val="100000"/>
              <a:buNone/>
            </a:pPr>
            <a:endParaRPr sz="1500" dirty="0"/>
          </a:p>
          <a:p>
            <a:pPr marL="0" indent="88106">
              <a:spcBef>
                <a:spcPts val="1050"/>
              </a:spcBef>
              <a:buSzPct val="100000"/>
              <a:buNone/>
            </a:pPr>
            <a:endParaRPr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2476583-CC33-45CE-B51B-215B5673C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BD6394-6D89-9692-0FAF-072C6DD2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</a:rPr>
              <a:t>Question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6E13F5F6-2966-521A-013D-7B38C31BC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8937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776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TT" sz="2600" dirty="0"/>
              <a:t>Mayer’s Multimedia Learning Principles</a:t>
            </a: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F4563AEA-B0F7-C50D-0950-B23518E4D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13" r="12889" b="-1"/>
          <a:stretch>
            <a:fillRect/>
          </a:stretch>
        </p:blipFill>
        <p:spPr>
          <a:xfrm>
            <a:off x="20" y="975"/>
            <a:ext cx="56646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4" y="2251587"/>
            <a:ext cx="2780072" cy="3972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TT" dirty="0"/>
              <a:t>Richard Mayer’s Cognitive Theory of Multimedia Learning</a:t>
            </a:r>
          </a:p>
          <a:p>
            <a:endParaRPr lang="en-TT" dirty="0"/>
          </a:p>
          <a:p>
            <a:r>
              <a:rPr dirty="0"/>
              <a:t>Coherence Principle</a:t>
            </a:r>
          </a:p>
          <a:p>
            <a:r>
              <a:rPr dirty="0"/>
              <a:t>Signaling Principle</a:t>
            </a:r>
          </a:p>
          <a:p>
            <a:r>
              <a:rPr dirty="0"/>
              <a:t>Redundancy Principle</a:t>
            </a:r>
          </a:p>
          <a:p>
            <a:r>
              <a:rPr dirty="0"/>
              <a:t>Segmenting Principle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en-US"/>
              <a:t>Aligning Video with Bloom’s Taxonomy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7F479A-BD19-1FEC-9E6F-CF4C32A7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314" y="1667787"/>
            <a:ext cx="4571694" cy="336019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0E0DE8-896B-6BDB-61B6-06B6AD0E69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362375"/>
              </p:ext>
            </p:extLst>
          </p:nvPr>
        </p:nvGraphicFramePr>
        <p:xfrm>
          <a:off x="601633" y="2261420"/>
          <a:ext cx="3002202" cy="3637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5ED3-5467-65E6-6177-366E6806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8480"/>
            <a:ext cx="7772400" cy="1456267"/>
          </a:xfrm>
        </p:spPr>
        <p:txBody>
          <a:bodyPr/>
          <a:lstStyle/>
          <a:p>
            <a:r>
              <a:rPr lang="en-TT" dirty="0"/>
              <a:t>UDL- The Universal Design </a:t>
            </a:r>
            <a:br>
              <a:rPr lang="en-TT" dirty="0"/>
            </a:br>
            <a:r>
              <a:rPr lang="en-TT" dirty="0"/>
              <a:t>for Learning Framework</a:t>
            </a:r>
            <a:br>
              <a:rPr lang="en-TT" dirty="0"/>
            </a:br>
            <a:r>
              <a:rPr lang="en-TT" dirty="0"/>
              <a:t>and Videos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F299-181F-CA45-B467-AF259E1AA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7088"/>
            <a:ext cx="7772400" cy="47457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Multiple Means of Representation: Videos allow students to access information in their preferred format (audio/visual) rather than relying solely on text, supporting learners with disabilities or different learning preferences.</a:t>
            </a:r>
          </a:p>
          <a:p>
            <a:r>
              <a:rPr lang="en-US" dirty="0"/>
              <a:t>Multiple Means of Action &amp; Expression: Students can produce videos (e.g., instead of a written report) to demonstrate understanding, which is particularly beneficial for students who struggle with writing or live presentations.</a:t>
            </a:r>
          </a:p>
          <a:p>
            <a:r>
              <a:rPr lang="en-US" dirty="0"/>
              <a:t>Multiple Means of Engagement: Both teacher-created and student-generated videos can recruit and sustain interest, making learning more meaningful. </a:t>
            </a:r>
          </a:p>
          <a:p>
            <a:r>
              <a:rPr lang="en-US" dirty="0"/>
              <a:t>…………………………………………………………………………………………………………………………………………….</a:t>
            </a:r>
          </a:p>
          <a:p>
            <a:endParaRPr lang="en-US" dirty="0"/>
          </a:p>
          <a:p>
            <a:r>
              <a:rPr lang="en-US" dirty="0"/>
              <a:t>Ensure Accessibility: Add captions and provide transcripts for all video content to make it accessible to all learners.</a:t>
            </a:r>
          </a:p>
          <a:p>
            <a:r>
              <a:rPr lang="en-US" dirty="0"/>
              <a:t>Student-Generated Content: Allow students to create videos to show what they have learned, fostering autonomy and creativity.</a:t>
            </a:r>
          </a:p>
          <a:p>
            <a:r>
              <a:rPr lang="en-US" dirty="0"/>
              <a:t>Interactive Elements: Use videos to provide, for example, a virtual, hands-on cooking recipe or a step-by-step tutorial.</a:t>
            </a:r>
          </a:p>
          <a:p>
            <a:r>
              <a:rPr lang="en-US" dirty="0"/>
              <a:t>Flexibility: Use videos as part of a varied, multi-sensory approach that minimizes reliance on lecturing</a:t>
            </a:r>
            <a:endParaRPr lang="en-T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81A38-A27C-5B40-96D7-72B120DC8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-207940"/>
            <a:ext cx="3988923" cy="24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2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r>
              <a:t>Types of Educational Videos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81762-328B-26FC-6477-4EE17B382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36" r="41128" b="-2"/>
          <a:stretch>
            <a:fillRect/>
          </a:stretch>
        </p:blipFill>
        <p:spPr>
          <a:xfrm>
            <a:off x="20" y="975"/>
            <a:ext cx="56646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4" y="2251587"/>
            <a:ext cx="2780072" cy="3972232"/>
          </a:xfrm>
        </p:spPr>
        <p:txBody>
          <a:bodyPr>
            <a:normAutofit/>
          </a:bodyPr>
          <a:lstStyle/>
          <a:p>
            <a:r>
              <a:t>Explainer videos</a:t>
            </a:r>
          </a:p>
          <a:p>
            <a:r>
              <a:t>Demonstrations and tutorials</a:t>
            </a:r>
          </a:p>
          <a:p>
            <a:r>
              <a:t>Screencasts</a:t>
            </a:r>
          </a:p>
          <a:p>
            <a:r>
              <a:t>Animated concept videos</a:t>
            </a:r>
          </a:p>
          <a:p>
            <a:r>
              <a:t>Student-created videos</a:t>
            </a:r>
          </a:p>
          <a:p>
            <a:r>
              <a:t>Interactive videos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r>
              <a:t>Example Video Platforms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EE95B-C614-BED4-0599-CA5EEF4B9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39" r="31299"/>
          <a:stretch>
            <a:fillRect/>
          </a:stretch>
        </p:blipFill>
        <p:spPr>
          <a:xfrm>
            <a:off x="20" y="975"/>
            <a:ext cx="56646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4" y="2251587"/>
            <a:ext cx="2780072" cy="3972232"/>
          </a:xfrm>
        </p:spPr>
        <p:txBody>
          <a:bodyPr>
            <a:normAutofit/>
          </a:bodyPr>
          <a:lstStyle/>
          <a:p>
            <a:r>
              <a:rPr dirty="0"/>
              <a:t>YouTube</a:t>
            </a:r>
          </a:p>
          <a:p>
            <a:r>
              <a:rPr dirty="0" err="1"/>
              <a:t>Edpuzzle</a:t>
            </a:r>
            <a:endParaRPr dirty="0"/>
          </a:p>
          <a:p>
            <a:r>
              <a:rPr dirty="0"/>
              <a:t>Screencast-O-Matic</a:t>
            </a:r>
          </a:p>
          <a:p>
            <a:r>
              <a:rPr dirty="0"/>
              <a:t>Microsoft Stream</a:t>
            </a:r>
            <a:endParaRPr lang="en-TT" dirty="0"/>
          </a:p>
          <a:p>
            <a:r>
              <a:rPr lang="en-TT" dirty="0"/>
              <a:t>CANVA</a:t>
            </a:r>
          </a:p>
          <a:p>
            <a:r>
              <a:rPr lang="en-TT" dirty="0"/>
              <a:t>Final CUT-PRO</a:t>
            </a:r>
          </a:p>
          <a:p>
            <a:r>
              <a:rPr lang="en-TT" dirty="0" err="1"/>
              <a:t>CapCut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40B6-C68B-F94A-799A-30103DB7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 err="1"/>
              <a:t>Capcut</a:t>
            </a:r>
            <a:r>
              <a:rPr lang="en-TT" dirty="0"/>
              <a:t> example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A377C-2D53-B2FC-E9C4-B8EA41635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T" dirty="0"/>
          </a:p>
        </p:txBody>
      </p:sp>
    </p:spTree>
    <p:extLst>
      <p:ext uri="{BB962C8B-B14F-4D97-AF65-F5344CB8AC3E}">
        <p14:creationId xmlns:p14="http://schemas.microsoft.com/office/powerpoint/2010/main" val="2583915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rPr lang="en-TT"/>
              <a:t>Passive vs Active Viewing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A614DD-7410-C174-0238-86645855C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732503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2381" y="0"/>
            <a:ext cx="9141618" cy="2284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653142"/>
            <a:ext cx="7598568" cy="1219200"/>
          </a:xfrm>
        </p:spPr>
        <p:txBody>
          <a:bodyPr>
            <a:normAutofit/>
          </a:bodyPr>
          <a:lstStyle/>
          <a:p>
            <a:pPr algn="ctr"/>
            <a:r>
              <a:rPr lang="en-TT" sz="3800" dirty="0">
                <a:solidFill>
                  <a:srgbClr val="FFFFFF"/>
                </a:solidFill>
              </a:rPr>
              <a:t>Active Viewing Video Design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CAF8F48-F858-5F65-42A2-C064B78E1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004627"/>
              </p:ext>
            </p:extLst>
          </p:nvPr>
        </p:nvGraphicFramePr>
        <p:xfrm>
          <a:off x="771525" y="2743200"/>
          <a:ext cx="7598568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t>Designing a Video Activity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A370AB-A7B0-9EDB-A93A-695899D77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88134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354" y="643463"/>
            <a:ext cx="2780072" cy="1608124"/>
          </a:xfrm>
        </p:spPr>
        <p:txBody>
          <a:bodyPr>
            <a:normAutofit/>
          </a:bodyPr>
          <a:lstStyle/>
          <a:p>
            <a:r>
              <a:t>Accessibility Considerations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C8EFF58B-2431-A809-2984-B4EEA4A6A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65" r="-2" b="-2"/>
          <a:stretch>
            <a:fillRect/>
          </a:stretch>
        </p:blipFill>
        <p:spPr>
          <a:xfrm>
            <a:off x="20" y="975"/>
            <a:ext cx="56646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9354" y="2251587"/>
            <a:ext cx="2780072" cy="3972232"/>
          </a:xfrm>
        </p:spPr>
        <p:txBody>
          <a:bodyPr>
            <a:normAutofit/>
          </a:bodyPr>
          <a:lstStyle/>
          <a:p>
            <a:r>
              <a:t>Captions and transcripts</a:t>
            </a:r>
          </a:p>
          <a:p>
            <a:r>
              <a:t>Visual clarity</a:t>
            </a:r>
          </a:p>
          <a:p>
            <a:r>
              <a:t>High audio quality</a:t>
            </a:r>
          </a:p>
          <a:p>
            <a:r>
              <a:t>Inclusive design aligned to UDL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30BD-BE7E-299C-DDB0-42A7E4C4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/>
              <a:t>Which video is best for Skill Demonstration?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08DDE-207D-A92E-17F6-B14172A5F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T" dirty="0">
                <a:hlinkClick r:id="rId2"/>
              </a:rPr>
              <a:t>https://youtu.be/CtoVR5ZByoM?si=E7SuPcU3UQDRQaM3</a:t>
            </a:r>
            <a:endParaRPr lang="en-TT" dirty="0"/>
          </a:p>
          <a:p>
            <a:r>
              <a:rPr lang="en-TT" dirty="0">
                <a:hlinkClick r:id="rId3"/>
              </a:rPr>
              <a:t>https://youtu.be/K1OWW7O8dtA?si=ywoBu2Fne2fYcUHH</a:t>
            </a:r>
            <a:endParaRPr lang="en-TT" dirty="0"/>
          </a:p>
          <a:p>
            <a:r>
              <a:rPr lang="en-TT" dirty="0">
                <a:hlinkClick r:id="rId4"/>
              </a:rPr>
              <a:t>https://youtu.be/9KFKw9EzAxw?si=tALnb8lJp-3Z0MTG</a:t>
            </a:r>
            <a:endParaRPr lang="en-TT" dirty="0"/>
          </a:p>
          <a:p>
            <a:endParaRPr lang="en-TT" dirty="0"/>
          </a:p>
          <a:p>
            <a:endParaRPr lang="en-TT" dirty="0"/>
          </a:p>
        </p:txBody>
      </p:sp>
    </p:spTree>
    <p:extLst>
      <p:ext uri="{BB962C8B-B14F-4D97-AF65-F5344CB8AC3E}">
        <p14:creationId xmlns:p14="http://schemas.microsoft.com/office/powerpoint/2010/main" val="2584305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E723-48EB-405D-5890-F1A41C7E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T" dirty="0"/>
              <a:t>Which video is best for the following objective?</a:t>
            </a:r>
            <a:br>
              <a:rPr lang="en-TT" dirty="0"/>
            </a:br>
            <a:r>
              <a:rPr lang="en-TT" dirty="0"/>
              <a:t>Student should be able to Construct a 90 degree angle using a ruler and a pair of compasses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8B72-7771-C31E-430E-46643AD4D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T" dirty="0">
              <a:hlinkClick r:id="rId2"/>
            </a:endParaRPr>
          </a:p>
          <a:p>
            <a:r>
              <a:rPr lang="en-TT" dirty="0">
                <a:hlinkClick r:id="rId2"/>
              </a:rPr>
              <a:t>https://youtu.be/fB32jn6MDSg?si=7REs2wY8x7NCf92-</a:t>
            </a:r>
          </a:p>
          <a:p>
            <a:r>
              <a:rPr lang="en-TT" dirty="0">
                <a:hlinkClick r:id="rId2"/>
              </a:rPr>
              <a:t>https://youtu.be/n2DoZZ7OtvE?si=-RQzetwDjStCkC5T</a:t>
            </a:r>
            <a:endParaRPr lang="en-TT" dirty="0"/>
          </a:p>
          <a:p>
            <a:endParaRPr lang="en-TT" dirty="0"/>
          </a:p>
        </p:txBody>
      </p:sp>
    </p:spTree>
    <p:extLst>
      <p:ext uri="{BB962C8B-B14F-4D97-AF65-F5344CB8AC3E}">
        <p14:creationId xmlns:p14="http://schemas.microsoft.com/office/powerpoint/2010/main" val="1512335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"/>
          <p:cNvSpPr txBox="1">
            <a:spLocks noGrp="1"/>
          </p:cNvSpPr>
          <p:nvPr>
            <p:ph type="title"/>
          </p:nvPr>
        </p:nvSpPr>
        <p:spPr>
          <a:xfrm>
            <a:off x="902189" y="1070382"/>
            <a:ext cx="7338060" cy="11315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/>
              <a:t>BENEFITS OF USING VIDEOS IN EDUCATION</a:t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902190" y="2366395"/>
            <a:ext cx="7338059" cy="3153909"/>
            <a:chOff x="0" y="513"/>
            <a:chExt cx="9784079" cy="4205212"/>
          </a:xfrm>
        </p:grpSpPr>
        <p:cxnSp>
          <p:nvCxnSpPr>
            <p:cNvPr id="451" name="Google Shape;451;p6"/>
            <p:cNvCxnSpPr/>
            <p:nvPr/>
          </p:nvCxnSpPr>
          <p:spPr>
            <a:xfrm>
              <a:off x="0" y="513"/>
              <a:ext cx="9784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2" name="Google Shape;452;p6"/>
            <p:cNvSpPr/>
            <p:nvPr/>
          </p:nvSpPr>
          <p:spPr>
            <a:xfrm>
              <a:off x="0" y="513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53" name="Google Shape;453;p6"/>
            <p:cNvSpPr txBox="1"/>
            <p:nvPr/>
          </p:nvSpPr>
          <p:spPr>
            <a:xfrm>
              <a:off x="0" y="513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38" tIns="77138" rIns="77138" bIns="77138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sz="2025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Supports different learning styles</a:t>
              </a:r>
              <a:endParaRPr sz="1350"/>
            </a:p>
          </p:txBody>
        </p:sp>
        <p:cxnSp>
          <p:nvCxnSpPr>
            <p:cNvPr id="454" name="Google Shape;454;p6"/>
            <p:cNvCxnSpPr/>
            <p:nvPr/>
          </p:nvCxnSpPr>
          <p:spPr>
            <a:xfrm>
              <a:off x="0" y="601258"/>
              <a:ext cx="9784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5" name="Google Shape;455;p6"/>
            <p:cNvSpPr/>
            <p:nvPr/>
          </p:nvSpPr>
          <p:spPr>
            <a:xfrm>
              <a:off x="0" y="601258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56" name="Google Shape;456;p6"/>
            <p:cNvSpPr txBox="1"/>
            <p:nvPr/>
          </p:nvSpPr>
          <p:spPr>
            <a:xfrm>
              <a:off x="0" y="601258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38" tIns="77138" rIns="77138" bIns="77138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sz="2025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Simplifies abstract concepts</a:t>
              </a:r>
              <a:endParaRPr sz="1350"/>
            </a:p>
          </p:txBody>
        </p:sp>
        <p:cxnSp>
          <p:nvCxnSpPr>
            <p:cNvPr id="457" name="Google Shape;457;p6"/>
            <p:cNvCxnSpPr/>
            <p:nvPr/>
          </p:nvCxnSpPr>
          <p:spPr>
            <a:xfrm>
              <a:off x="0" y="1202002"/>
              <a:ext cx="9784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8" name="Google Shape;458;p6"/>
            <p:cNvSpPr/>
            <p:nvPr/>
          </p:nvSpPr>
          <p:spPr>
            <a:xfrm>
              <a:off x="0" y="1202002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59" name="Google Shape;459;p6"/>
            <p:cNvSpPr txBox="1"/>
            <p:nvPr/>
          </p:nvSpPr>
          <p:spPr>
            <a:xfrm>
              <a:off x="0" y="1202002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38" tIns="77138" rIns="77138" bIns="77138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sz="2025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Increases student engagement</a:t>
              </a:r>
              <a:endParaRPr sz="1350"/>
            </a:p>
          </p:txBody>
        </p:sp>
        <p:cxnSp>
          <p:nvCxnSpPr>
            <p:cNvPr id="460" name="Google Shape;460;p6"/>
            <p:cNvCxnSpPr/>
            <p:nvPr/>
          </p:nvCxnSpPr>
          <p:spPr>
            <a:xfrm>
              <a:off x="0" y="1802747"/>
              <a:ext cx="9784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1" name="Google Shape;461;p6"/>
            <p:cNvSpPr/>
            <p:nvPr/>
          </p:nvSpPr>
          <p:spPr>
            <a:xfrm>
              <a:off x="0" y="1802747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62" name="Google Shape;462;p6"/>
            <p:cNvSpPr txBox="1"/>
            <p:nvPr/>
          </p:nvSpPr>
          <p:spPr>
            <a:xfrm>
              <a:off x="0" y="1802747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38" tIns="77138" rIns="77138" bIns="77138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sz="2025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Improves retention and recall</a:t>
              </a:r>
              <a:endParaRPr sz="1350"/>
            </a:p>
          </p:txBody>
        </p:sp>
        <p:cxnSp>
          <p:nvCxnSpPr>
            <p:cNvPr id="463" name="Google Shape;463;p6"/>
            <p:cNvCxnSpPr/>
            <p:nvPr/>
          </p:nvCxnSpPr>
          <p:spPr>
            <a:xfrm>
              <a:off x="0" y="2403492"/>
              <a:ext cx="9784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6"/>
            <p:cNvSpPr/>
            <p:nvPr/>
          </p:nvSpPr>
          <p:spPr>
            <a:xfrm>
              <a:off x="0" y="2403492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65" name="Google Shape;465;p6"/>
            <p:cNvSpPr txBox="1"/>
            <p:nvPr/>
          </p:nvSpPr>
          <p:spPr>
            <a:xfrm>
              <a:off x="0" y="2403492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38" tIns="77138" rIns="77138" bIns="77138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sz="2025" dirty="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Provides real-world context</a:t>
              </a:r>
              <a:endParaRPr sz="1350" dirty="0"/>
            </a:p>
          </p:txBody>
        </p:sp>
        <p:cxnSp>
          <p:nvCxnSpPr>
            <p:cNvPr id="466" name="Google Shape;466;p6"/>
            <p:cNvCxnSpPr/>
            <p:nvPr/>
          </p:nvCxnSpPr>
          <p:spPr>
            <a:xfrm>
              <a:off x="0" y="3004237"/>
              <a:ext cx="9784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7" name="Google Shape;467;p6"/>
            <p:cNvSpPr/>
            <p:nvPr/>
          </p:nvSpPr>
          <p:spPr>
            <a:xfrm>
              <a:off x="0" y="3004237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68" name="Google Shape;468;p6"/>
            <p:cNvSpPr txBox="1"/>
            <p:nvPr/>
          </p:nvSpPr>
          <p:spPr>
            <a:xfrm>
              <a:off x="0" y="3004237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38" tIns="77138" rIns="77138" bIns="77138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sz="2025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Enhances digital literacy</a:t>
              </a:r>
              <a:endParaRPr sz="1350"/>
            </a:p>
          </p:txBody>
        </p:sp>
        <p:cxnSp>
          <p:nvCxnSpPr>
            <p:cNvPr id="469" name="Google Shape;469;p6"/>
            <p:cNvCxnSpPr/>
            <p:nvPr/>
          </p:nvCxnSpPr>
          <p:spPr>
            <a:xfrm>
              <a:off x="0" y="3604981"/>
              <a:ext cx="9784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6"/>
            <p:cNvSpPr/>
            <p:nvPr/>
          </p:nvSpPr>
          <p:spPr>
            <a:xfrm>
              <a:off x="0" y="3604981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71" name="Google Shape;471;p6"/>
            <p:cNvSpPr txBox="1"/>
            <p:nvPr/>
          </p:nvSpPr>
          <p:spPr>
            <a:xfrm>
              <a:off x="0" y="3604981"/>
              <a:ext cx="9784079" cy="600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38" tIns="77138" rIns="77138" bIns="77138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700"/>
              </a:pPr>
              <a:r>
                <a:rPr lang="en-US" sz="2025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Encourages self-paced learning</a:t>
              </a:r>
              <a:endParaRPr sz="135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1D08-37A2-8950-A356-B3C23BA6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/>
              <a:t>Which video is best for student engagement?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609DC-4BB8-28D3-7770-809890696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T" dirty="0">
                <a:hlinkClick r:id="rId2"/>
              </a:rPr>
              <a:t>https://youtu.be/LR1TroBTlwA?si=JWTcC8p7CccTTEwh</a:t>
            </a:r>
            <a:endParaRPr lang="en-TT" dirty="0"/>
          </a:p>
          <a:p>
            <a:r>
              <a:rPr lang="en-TT" dirty="0">
                <a:hlinkClick r:id="rId3"/>
              </a:rPr>
              <a:t>https://youtu.be/kZOfLN4YqhY</a:t>
            </a:r>
            <a:endParaRPr lang="en-TT" dirty="0"/>
          </a:p>
          <a:p>
            <a:pPr marL="0" indent="0">
              <a:buNone/>
            </a:pPr>
            <a:endParaRPr lang="en-TT" dirty="0"/>
          </a:p>
        </p:txBody>
      </p:sp>
    </p:spTree>
    <p:extLst>
      <p:ext uri="{BB962C8B-B14F-4D97-AF65-F5344CB8AC3E}">
        <p14:creationId xmlns:p14="http://schemas.microsoft.com/office/powerpoint/2010/main" val="879470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60D1-A332-4965-063B-B0A14887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/>
              <a:t>Which video best Provides real-world context?</a:t>
            </a:r>
            <a:br>
              <a:rPr lang="en-TT" dirty="0"/>
            </a:br>
            <a:endParaRPr lang="en-T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C73CC-94A9-EAE9-851C-428C5E6B5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T" dirty="0">
                <a:hlinkClick r:id="rId2"/>
              </a:rPr>
              <a:t>https://youtu.be/fPjZK2VnGBQ?si=qUNak8lqfRTYa_41</a:t>
            </a:r>
            <a:endParaRPr lang="en-TT" dirty="0"/>
          </a:p>
          <a:p>
            <a:r>
              <a:rPr lang="en-TT" dirty="0">
                <a:hlinkClick r:id="rId3"/>
              </a:rPr>
              <a:t>https://youtu.be/IdyGAjj2xAw</a:t>
            </a:r>
            <a:endParaRPr lang="en-TT" dirty="0"/>
          </a:p>
          <a:p>
            <a:pPr marL="0" indent="0">
              <a:buNone/>
            </a:pPr>
            <a:endParaRPr lang="en-TT" dirty="0"/>
          </a:p>
          <a:p>
            <a:endParaRPr lang="en-TT" dirty="0"/>
          </a:p>
        </p:txBody>
      </p:sp>
    </p:spTree>
    <p:extLst>
      <p:ext uri="{BB962C8B-B14F-4D97-AF65-F5344CB8AC3E}">
        <p14:creationId xmlns:p14="http://schemas.microsoft.com/office/powerpoint/2010/main" val="2039769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"/>
          <p:cNvSpPr txBox="1">
            <a:spLocks noGrp="1"/>
          </p:cNvSpPr>
          <p:nvPr>
            <p:ph type="title"/>
          </p:nvPr>
        </p:nvSpPr>
        <p:spPr>
          <a:xfrm>
            <a:off x="322326" y="1268730"/>
            <a:ext cx="4601718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b" anchorCtr="0">
            <a:normAutofit fontScale="90000"/>
          </a:bodyPr>
          <a:lstStyle/>
          <a:p>
            <a:pPr>
              <a:buSzPts val="4000"/>
            </a:pPr>
            <a:r>
              <a:rPr lang="en-US"/>
              <a:t>HOW TO USE VIDEOS AS A TEACHING TOOL</a:t>
            </a:r>
            <a:endParaRPr/>
          </a:p>
        </p:txBody>
      </p:sp>
      <p:sp>
        <p:nvSpPr>
          <p:cNvPr id="478" name="Google Shape;478;p7"/>
          <p:cNvSpPr txBox="1">
            <a:spLocks noGrp="1"/>
          </p:cNvSpPr>
          <p:nvPr>
            <p:ph type="body" idx="1"/>
          </p:nvPr>
        </p:nvSpPr>
        <p:spPr>
          <a:xfrm>
            <a:off x="322326" y="2228850"/>
            <a:ext cx="5616961" cy="33672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 marL="137160" indent="-152400">
              <a:spcBef>
                <a:spcPts val="0"/>
              </a:spcBef>
              <a:buSzPts val="3200"/>
              <a:buFont typeface="Noto Sans Symbols"/>
              <a:buChar char="❖"/>
            </a:pPr>
            <a:r>
              <a:rPr lang="en-US" sz="2400"/>
              <a:t>Pre teaching tool /Set induction</a:t>
            </a:r>
            <a:endParaRPr/>
          </a:p>
          <a:p>
            <a:pPr marL="137160" indent="-152400">
              <a:spcBef>
                <a:spcPts val="1050"/>
              </a:spcBef>
              <a:buSzPts val="3200"/>
              <a:buFont typeface="Noto Sans Symbols"/>
              <a:buChar char="❖"/>
            </a:pPr>
            <a:r>
              <a:rPr lang="en-US" sz="2400"/>
              <a:t>During instruction</a:t>
            </a:r>
            <a:endParaRPr/>
          </a:p>
          <a:p>
            <a:pPr marL="137160" indent="-152400">
              <a:spcBef>
                <a:spcPts val="1050"/>
              </a:spcBef>
              <a:buSzPts val="3200"/>
              <a:buFont typeface="Noto Sans Symbols"/>
              <a:buChar char="❖"/>
            </a:pPr>
            <a:r>
              <a:rPr lang="en-US" sz="2400"/>
              <a:t>Flipped classroom model</a:t>
            </a:r>
            <a:endParaRPr/>
          </a:p>
          <a:p>
            <a:pPr marL="137160" indent="-152400">
              <a:spcBef>
                <a:spcPts val="1050"/>
              </a:spcBef>
              <a:buSzPts val="3200"/>
              <a:buFont typeface="Noto Sans Symbols"/>
              <a:buChar char="❖"/>
            </a:pPr>
            <a:r>
              <a:rPr lang="en-US" sz="2400"/>
              <a:t>Skill Demonstration</a:t>
            </a:r>
            <a:endParaRPr/>
          </a:p>
          <a:p>
            <a:pPr marL="137160" indent="-152400">
              <a:spcBef>
                <a:spcPts val="1050"/>
              </a:spcBef>
              <a:buSzPts val="3200"/>
              <a:buFont typeface="Noto Sans Symbols"/>
              <a:buChar char="❖"/>
            </a:pPr>
            <a:r>
              <a:rPr lang="en-US" sz="2400"/>
              <a:t>Assessment tool</a:t>
            </a:r>
            <a:endParaRPr/>
          </a:p>
          <a:p>
            <a:pPr marL="137160" indent="-152400">
              <a:spcBef>
                <a:spcPts val="1050"/>
              </a:spcBef>
              <a:buSzPts val="3200"/>
              <a:buFont typeface="Noto Sans Symbols"/>
              <a:buChar char="❖"/>
            </a:pPr>
            <a:r>
              <a:rPr lang="en-US" sz="2400"/>
              <a:t>Student created learning</a:t>
            </a:r>
            <a:endParaRPr/>
          </a:p>
          <a:p>
            <a:pPr marL="137160" indent="-152400">
              <a:spcBef>
                <a:spcPts val="1050"/>
              </a:spcBef>
              <a:buSzPts val="3200"/>
              <a:buFont typeface="Noto Sans Symbols"/>
              <a:buChar char="❖"/>
            </a:pPr>
            <a:r>
              <a:rPr lang="en-US" sz="2400"/>
              <a:t>Differentiated instruction</a:t>
            </a:r>
            <a:endParaRPr/>
          </a:p>
          <a:p>
            <a:pPr marL="137160" indent="-51434">
              <a:spcBef>
                <a:spcPts val="1050"/>
              </a:spcBef>
              <a:buNone/>
            </a:pPr>
            <a:endParaRPr sz="1350"/>
          </a:p>
        </p:txBody>
      </p:sp>
      <p:pic>
        <p:nvPicPr>
          <p:cNvPr id="479" name="Google Shape;479;p7" descr="A person using a cell phon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795" r="24795"/>
          <a:stretch/>
        </p:blipFill>
        <p:spPr>
          <a:xfrm>
            <a:off x="6664783" y="2228850"/>
            <a:ext cx="2479217" cy="327875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"/>
          <p:cNvSpPr/>
          <p:nvPr/>
        </p:nvSpPr>
        <p:spPr>
          <a:xfrm>
            <a:off x="362" y="989332"/>
            <a:ext cx="9141714" cy="1234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5" name="Google Shape;485;p8"/>
          <p:cNvSpPr txBox="1">
            <a:spLocks noGrp="1"/>
          </p:cNvSpPr>
          <p:nvPr>
            <p:ph type="title"/>
          </p:nvPr>
        </p:nvSpPr>
        <p:spPr>
          <a:xfrm>
            <a:off x="902189" y="1070382"/>
            <a:ext cx="7338060" cy="11315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buSzPts val="4000"/>
            </a:pPr>
            <a:r>
              <a:rPr lang="en-US" sz="3000" b="1" dirty="0">
                <a:solidFill>
                  <a:schemeClr val="bg1"/>
                </a:solidFill>
              </a:rPr>
              <a:t>BEST PRACTICES FOR USING VIDEOS</a:t>
            </a:r>
            <a:endParaRPr b="1" dirty="0">
              <a:solidFill>
                <a:schemeClr val="bg1"/>
              </a:solidFill>
            </a:endParaRPr>
          </a:p>
        </p:txBody>
      </p:sp>
      <p:grpSp>
        <p:nvGrpSpPr>
          <p:cNvPr id="486" name="Google Shape;486;p8"/>
          <p:cNvGrpSpPr/>
          <p:nvPr/>
        </p:nvGrpSpPr>
        <p:grpSpPr>
          <a:xfrm>
            <a:off x="1077736" y="2715970"/>
            <a:ext cx="7196594" cy="2957146"/>
            <a:chOff x="233657" y="1698"/>
            <a:chExt cx="9595458" cy="3942861"/>
          </a:xfrm>
        </p:grpSpPr>
        <p:sp>
          <p:nvSpPr>
            <p:cNvPr id="487" name="Google Shape;487;p8"/>
            <p:cNvSpPr/>
            <p:nvPr/>
          </p:nvSpPr>
          <p:spPr>
            <a:xfrm>
              <a:off x="505819" y="1698"/>
              <a:ext cx="851378" cy="851378"/>
            </a:xfrm>
            <a:prstGeom prst="ellipse">
              <a:avLst/>
            </a:prstGeom>
            <a:solidFill>
              <a:srgbClr val="A5D02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687260" y="183140"/>
              <a:ext cx="488496" cy="48849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233657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90" name="Google Shape;490;p8"/>
            <p:cNvSpPr txBox="1"/>
            <p:nvPr/>
          </p:nvSpPr>
          <p:spPr>
            <a:xfrm>
              <a:off x="233657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lt1"/>
                </a:buClr>
                <a:buSzPts val="1400"/>
              </a:pPr>
              <a:r>
                <a:rPr lang="en-US" sz="105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ALIGN VIDEOS WITH LEARNING OBJECTIVES</a:t>
              </a:r>
              <a:endParaRPr sz="1350"/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2145770" y="1698"/>
              <a:ext cx="851378" cy="851378"/>
            </a:xfrm>
            <a:prstGeom prst="ellipse">
              <a:avLst/>
            </a:prstGeom>
            <a:solidFill>
              <a:srgbClr val="05CC7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2327211" y="183140"/>
              <a:ext cx="488496" cy="48849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1873608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94" name="Google Shape;494;p8"/>
            <p:cNvSpPr txBox="1"/>
            <p:nvPr/>
          </p:nvSpPr>
          <p:spPr>
            <a:xfrm>
              <a:off x="1873608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lt1"/>
                </a:buClr>
                <a:buSzPts val="1400"/>
              </a:pPr>
              <a:r>
                <a:rPr lang="en-US" sz="105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PROVIDE GUIDING QUESTIONS</a:t>
              </a:r>
              <a:endParaRPr sz="1350"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3785721" y="1698"/>
              <a:ext cx="851378" cy="851378"/>
            </a:xfrm>
            <a:prstGeom prst="ellipse">
              <a:avLst/>
            </a:prstGeom>
            <a:solidFill>
              <a:srgbClr val="F13E97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3967162" y="183140"/>
              <a:ext cx="488496" cy="48849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3513559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498" name="Google Shape;498;p8"/>
            <p:cNvSpPr txBox="1"/>
            <p:nvPr/>
          </p:nvSpPr>
          <p:spPr>
            <a:xfrm>
              <a:off x="3513559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lt1"/>
                </a:buClr>
                <a:buSzPts val="1400"/>
              </a:pPr>
              <a:r>
                <a:rPr lang="en-US" sz="105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PAUSE FREQUENTLY FOR ENGAGEMENT</a:t>
              </a:r>
              <a:endParaRPr sz="1350"/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5425672" y="1698"/>
              <a:ext cx="851378" cy="85137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5607114" y="183140"/>
              <a:ext cx="488496" cy="48849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5153510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2" name="Google Shape;502;p8"/>
            <p:cNvSpPr txBox="1"/>
            <p:nvPr/>
          </p:nvSpPr>
          <p:spPr>
            <a:xfrm>
              <a:off x="5153510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lt1"/>
                </a:buClr>
                <a:buSzPts val="1400"/>
              </a:pPr>
              <a:r>
                <a:rPr lang="en-US" sz="105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LIMIT TEXT AND DISTRACTIONS</a:t>
              </a:r>
              <a:endParaRPr sz="1350"/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7065623" y="1698"/>
              <a:ext cx="851378" cy="8513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7247065" y="183140"/>
              <a:ext cx="488496" cy="48849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6793461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6" name="Google Shape;506;p8"/>
            <p:cNvSpPr txBox="1"/>
            <p:nvPr/>
          </p:nvSpPr>
          <p:spPr>
            <a:xfrm>
              <a:off x="6793461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lt1"/>
                </a:buClr>
                <a:buSzPts val="1400"/>
              </a:pPr>
              <a:r>
                <a:rPr lang="en-US" sz="105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ENSURE ACCESSIBILITY WITH CAPTIONS AND CLEAR AUDIO</a:t>
              </a:r>
              <a:endParaRPr sz="1350"/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8705574" y="1698"/>
              <a:ext cx="851378" cy="851378"/>
            </a:xfrm>
            <a:prstGeom prst="ellipse">
              <a:avLst/>
            </a:prstGeom>
            <a:solidFill>
              <a:srgbClr val="A5D025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8887016" y="183140"/>
              <a:ext cx="488496" cy="48849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8433412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10" name="Google Shape;510;p8"/>
            <p:cNvSpPr txBox="1"/>
            <p:nvPr/>
          </p:nvSpPr>
          <p:spPr>
            <a:xfrm>
              <a:off x="8433412" y="1118261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lt1"/>
                </a:buClr>
                <a:buSzPts val="1400"/>
              </a:pPr>
              <a:r>
                <a:rPr lang="en-US" sz="105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KEEP VIDEOS SHORT</a:t>
              </a:r>
              <a:endParaRPr sz="1350"/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4605697" y="2147592"/>
              <a:ext cx="851378" cy="851378"/>
            </a:xfrm>
            <a:prstGeom prst="ellipse">
              <a:avLst/>
            </a:prstGeom>
            <a:solidFill>
              <a:srgbClr val="05CC76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4787138" y="2329033"/>
              <a:ext cx="488496" cy="48849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4333534" y="3264154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350"/>
            </a:p>
          </p:txBody>
        </p:sp>
        <p:sp>
          <p:nvSpPr>
            <p:cNvPr id="514" name="Google Shape;514;p8"/>
            <p:cNvSpPr txBox="1"/>
            <p:nvPr/>
          </p:nvSpPr>
          <p:spPr>
            <a:xfrm>
              <a:off x="4333534" y="3264154"/>
              <a:ext cx="1395703" cy="6804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lt1"/>
                </a:buClr>
                <a:buSzPts val="1400"/>
              </a:pPr>
              <a:r>
                <a:rPr lang="en-US" sz="105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FOLLOW UP WITH ACTIVE LEARNING TASKS</a:t>
              </a:r>
              <a:endParaRPr sz="135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"/>
          <p:cNvSpPr/>
          <p:nvPr/>
        </p:nvSpPr>
        <p:spPr>
          <a:xfrm>
            <a:off x="0" y="857250"/>
            <a:ext cx="3490722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0" name="Google Shape;520;p9"/>
          <p:cNvSpPr txBox="1">
            <a:spLocks noGrp="1"/>
          </p:cNvSpPr>
          <p:nvPr>
            <p:ph type="title"/>
          </p:nvPr>
        </p:nvSpPr>
        <p:spPr>
          <a:xfrm>
            <a:off x="466928" y="1486235"/>
            <a:ext cx="2782493" cy="3885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buClr>
                <a:schemeClr val="lt2"/>
              </a:buClr>
              <a:buSzPts val="3600"/>
            </a:pPr>
            <a:r>
              <a:rPr lang="en-US" sz="2700"/>
              <a:t>COMMON MISTAKES TO AVOID</a:t>
            </a: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3490722" y="857248"/>
            <a:ext cx="5653277" cy="514350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2" name="Google Shape;522;p9"/>
          <p:cNvSpPr txBox="1">
            <a:spLocks noGrp="1"/>
          </p:cNvSpPr>
          <p:nvPr>
            <p:ph type="body" idx="1"/>
          </p:nvPr>
        </p:nvSpPr>
        <p:spPr>
          <a:xfrm>
            <a:off x="3872753" y="1486235"/>
            <a:ext cx="4367496" cy="38855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 marL="137160" indent="-152400">
              <a:lnSpc>
                <a:spcPct val="90000"/>
              </a:lnSpc>
              <a:spcAft>
                <a:spcPts val="0"/>
              </a:spcAft>
              <a:buSzPts val="3200"/>
              <a:buChar char="▪"/>
            </a:pPr>
            <a:r>
              <a:rPr lang="en-US" sz="2400">
                <a:solidFill>
                  <a:schemeClr val="dk2"/>
                </a:solidFill>
              </a:rPr>
              <a:t>Using videos as passive time fillers</a:t>
            </a:r>
            <a:endParaRPr/>
          </a:p>
          <a:p>
            <a:pPr marL="137160" indent="-15240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Char char="▪"/>
            </a:pPr>
            <a:r>
              <a:rPr lang="en-US" sz="2400">
                <a:solidFill>
                  <a:schemeClr val="dk2"/>
                </a:solidFill>
              </a:rPr>
              <a:t>Playing long videos without interaction</a:t>
            </a:r>
            <a:endParaRPr/>
          </a:p>
          <a:p>
            <a:pPr marL="137160" indent="-15240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Char char="▪"/>
            </a:pPr>
            <a:r>
              <a:rPr lang="en-US" sz="2400">
                <a:solidFill>
                  <a:schemeClr val="dk2"/>
                </a:solidFill>
              </a:rPr>
              <a:t>Not connecting videos to assessment</a:t>
            </a:r>
            <a:endParaRPr/>
          </a:p>
          <a:p>
            <a:pPr marL="137160" indent="-15240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Char char="▪"/>
            </a:pPr>
            <a:r>
              <a:rPr lang="en-US" sz="2400">
                <a:solidFill>
                  <a:schemeClr val="dk2"/>
                </a:solidFill>
              </a:rPr>
              <a:t>Overloading students with too much information</a:t>
            </a:r>
            <a:endParaRPr/>
          </a:p>
          <a:p>
            <a:pPr marL="137160" indent="-15240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3200"/>
              <a:buChar char="▪"/>
            </a:pPr>
            <a:r>
              <a:rPr lang="en-US" sz="2400">
                <a:solidFill>
                  <a:schemeClr val="dk2"/>
                </a:solidFill>
              </a:rPr>
              <a:t>Failing to preview content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TT" dirty="0">
                <a:solidFill>
                  <a:srgbClr val="FFFFFF"/>
                </a:solidFill>
              </a:rPr>
              <a:t>Points to remember!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D8383E-64A8-3BA2-9575-9C0767D4F9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880591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bg2">
                <a:shade val="96000"/>
                <a:satMod val="160000"/>
                <a:lumMod val="100000"/>
              </a:schemeClr>
            </a:gs>
          </a:gsLst>
          <a:lin ang="474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1"/>
            <a:ext cx="9144000" cy="170312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716" y="1314451"/>
            <a:ext cx="7598569" cy="832757"/>
          </a:xfrm>
        </p:spPr>
        <p:txBody>
          <a:bodyPr>
            <a:normAutofit/>
          </a:bodyPr>
          <a:lstStyle/>
          <a:p>
            <a:pPr algn="ctr"/>
            <a:r>
              <a:rPr lang="en-TT" dirty="0"/>
              <a:t>Also Remember!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3053443" y="857251"/>
            <a:ext cx="6088176" cy="170312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801680"/>
            <a:ext cx="8115300" cy="23989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Video must be intentional, not decorative</a:t>
            </a:r>
          </a:p>
          <a:p>
            <a:r>
              <a:rPr lang="en-US">
                <a:solidFill>
                  <a:schemeClr val="bg1"/>
                </a:solidFill>
              </a:rPr>
              <a:t>Short and segmented videos improve learning</a:t>
            </a:r>
          </a:p>
          <a:p>
            <a:r>
              <a:rPr lang="en-US">
                <a:solidFill>
                  <a:schemeClr val="bg1"/>
                </a:solidFill>
              </a:rPr>
              <a:t>Active engagement is essential</a:t>
            </a:r>
          </a:p>
          <a:p>
            <a:r>
              <a:rPr lang="en-US">
                <a:solidFill>
                  <a:schemeClr val="bg1"/>
                </a:solidFill>
              </a:rPr>
              <a:t>Accessibility should be built into design</a:t>
            </a:r>
          </a:p>
          <a:p>
            <a:r>
              <a:rPr lang="en-US">
                <a:solidFill>
                  <a:schemeClr val="bg1"/>
                </a:solidFill>
              </a:rPr>
              <a:t>Align video with objectives and assessment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TT" dirty="0">
                <a:solidFill>
                  <a:srgbClr val="FFFFFF"/>
                </a:solidFill>
              </a:rPr>
              <a:t>Activity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88D73E-082C-CF90-BF6B-5EB4792CE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349834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0"/>
          <p:cNvSpPr/>
          <p:nvPr/>
        </p:nvSpPr>
        <p:spPr>
          <a:xfrm>
            <a:off x="362" y="989332"/>
            <a:ext cx="9141714" cy="123443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9" name="Google Shape;529;p10"/>
          <p:cNvSpPr txBox="1">
            <a:spLocks noGrp="1"/>
          </p:cNvSpPr>
          <p:nvPr>
            <p:ph type="title"/>
          </p:nvPr>
        </p:nvSpPr>
        <p:spPr>
          <a:xfrm>
            <a:off x="664994" y="1339850"/>
            <a:ext cx="7757649" cy="8621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buClr>
                <a:schemeClr val="dk1"/>
              </a:buClr>
              <a:buSzPts val="4800"/>
            </a:pPr>
            <a:r>
              <a:rPr lang="en-US" sz="3600" dirty="0">
                <a:solidFill>
                  <a:schemeClr val="dk1"/>
                </a:solidFill>
              </a:rPr>
              <a:t>CONCLUSION </a:t>
            </a:r>
            <a:endParaRPr dirty="0"/>
          </a:p>
        </p:txBody>
      </p:sp>
      <p:sp>
        <p:nvSpPr>
          <p:cNvPr id="530" name="Google Shape;530;p10"/>
          <p:cNvSpPr txBox="1">
            <a:spLocks noGrp="1"/>
          </p:cNvSpPr>
          <p:nvPr>
            <p:ph type="body" idx="1"/>
          </p:nvPr>
        </p:nvSpPr>
        <p:spPr>
          <a:xfrm>
            <a:off x="664995" y="2301464"/>
            <a:ext cx="6089018" cy="31546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2400"/>
            </a:pPr>
            <a:r>
              <a:rPr lang="en-US" dirty="0">
                <a:solidFill>
                  <a:schemeClr val="bg1"/>
                </a:solidFill>
              </a:rPr>
              <a:t>Videos are not replacements for teachers. They are powerful instructional tools that enhance engagement, support multiple learning styles, encourage active learning and promote deeper understanding.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0" y="5638800"/>
            <a:ext cx="9146751" cy="3619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2"/>
          <p:cNvSpPr txBox="1">
            <a:spLocks noGrp="1"/>
          </p:cNvSpPr>
          <p:nvPr>
            <p:ph type="title"/>
          </p:nvPr>
        </p:nvSpPr>
        <p:spPr>
          <a:xfrm>
            <a:off x="902189" y="1070382"/>
            <a:ext cx="7338060" cy="11315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/>
              <a:t>REFERENCES</a:t>
            </a:r>
            <a:endParaRPr/>
          </a:p>
        </p:txBody>
      </p:sp>
      <p:sp>
        <p:nvSpPr>
          <p:cNvPr id="547" name="Google Shape;547;p12"/>
          <p:cNvSpPr txBox="1">
            <a:spLocks noGrp="1"/>
          </p:cNvSpPr>
          <p:nvPr>
            <p:ph type="body" idx="1"/>
          </p:nvPr>
        </p:nvSpPr>
        <p:spPr>
          <a:xfrm>
            <a:off x="902189" y="2366010"/>
            <a:ext cx="7338060" cy="31546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rmAutofit fontScale="92500" lnSpcReduction="10000"/>
          </a:bodyPr>
          <a:lstStyle/>
          <a:p>
            <a:pPr marL="137160" indent="-137160">
              <a:lnSpc>
                <a:spcPct val="90000"/>
              </a:lnSpc>
              <a:spcAft>
                <a:spcPts val="0"/>
              </a:spcAft>
              <a:buSzPts val="2200"/>
              <a:buChar char="▪"/>
            </a:pPr>
            <a:r>
              <a:rPr lang="en-US"/>
              <a:t>Vygotsky, Lev (1978). </a:t>
            </a:r>
            <a:r>
              <a:rPr lang="en-US" i="1"/>
              <a:t>Mind in Society</a:t>
            </a:r>
            <a:r>
              <a:rPr lang="en-US"/>
              <a:t>. London: Harvard University Press.</a:t>
            </a:r>
            <a:endParaRPr/>
          </a:p>
          <a:p>
            <a:pPr marL="137160" indent="-13716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Kretchmar, J. (2024). </a:t>
            </a:r>
            <a:r>
              <a:rPr lang="en-US" i="1"/>
              <a:t>Social learning theory </a:t>
            </a:r>
            <a:r>
              <a:rPr lang="en-US"/>
              <a:t>. EBSCO. https://www.ebsco.com/research-starters/education/social-learning-theory</a:t>
            </a:r>
            <a:endParaRPr/>
          </a:p>
          <a:p>
            <a:pPr marL="137160" indent="-13716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‌Mayer, R. E. (2024). The Past, Present, and Future of the Cognitive Theory of Multimedia Learning. </a:t>
            </a:r>
            <a:r>
              <a:rPr lang="en-US" i="1"/>
              <a:t>Educational Psychology Review</a:t>
            </a:r>
            <a:r>
              <a:rPr lang="en-US"/>
              <a:t>, </a:t>
            </a:r>
            <a:r>
              <a:rPr lang="en-US" i="1"/>
              <a:t>36</a:t>
            </a:r>
            <a:r>
              <a:rPr lang="en-US"/>
              <a:t>(8), 1–25. https://doi.org/10.1007/s10648-023-09842-1</a:t>
            </a:r>
            <a:endParaRPr/>
          </a:p>
          <a:p>
            <a:pPr marL="137160" indent="-13716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‌Purdy, E. R. (2024). </a:t>
            </a:r>
            <a:r>
              <a:rPr lang="en-US" i="1"/>
              <a:t>Kolb’s Experiential Learning Model | EBSCO</a:t>
            </a:r>
            <a:r>
              <a:rPr lang="en-US"/>
              <a:t>. EBSCO Information Services, Inc. | Www.ebsco.com. https://www.ebsco.com/research-starters/education/kolbs-experiential-learning-model</a:t>
            </a:r>
            <a:endParaRPr/>
          </a:p>
          <a:p>
            <a:pPr marL="137160" indent="-137160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‌Brame, C. J. (2016). Effective Educational Videos: Principles and Guidelines for Maximizing Student Learning from Video Content. </a:t>
            </a:r>
            <a:r>
              <a:rPr lang="en-US" i="1"/>
              <a:t>CBE—Life Sciences Education</a:t>
            </a:r>
            <a:r>
              <a:rPr lang="en-US"/>
              <a:t>, </a:t>
            </a:r>
            <a:r>
              <a:rPr lang="en-US" i="1"/>
              <a:t>15</a:t>
            </a:r>
            <a:r>
              <a:rPr lang="en-US"/>
              <a:t>(4). https://doi.org/10.1187/cbe.16-03-0125</a:t>
            </a:r>
            <a:endParaRPr/>
          </a:p>
          <a:p>
            <a:pPr marL="137160" indent="-32384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137160" indent="-32384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137160" indent="-32384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137160" indent="-32384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1"/>
          <p:cNvSpPr/>
          <p:nvPr/>
        </p:nvSpPr>
        <p:spPr>
          <a:xfrm>
            <a:off x="2286" y="2401509"/>
            <a:ext cx="9141714" cy="13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0" y="857251"/>
            <a:ext cx="9144000" cy="12994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39" name="Google Shape;539;p11" descr="A magnifying glass over questions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0820" b="20819"/>
          <a:stretch/>
        </p:blipFill>
        <p:spPr>
          <a:xfrm>
            <a:off x="527717" y="1228492"/>
            <a:ext cx="8088565" cy="354035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540" name="Google Shape;540;p11"/>
          <p:cNvSpPr/>
          <p:nvPr/>
        </p:nvSpPr>
        <p:spPr>
          <a:xfrm>
            <a:off x="0" y="5637277"/>
            <a:ext cx="9144000" cy="36347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1" name="Google Shape;541;p11"/>
          <p:cNvSpPr txBox="1"/>
          <p:nvPr/>
        </p:nvSpPr>
        <p:spPr>
          <a:xfrm>
            <a:off x="6834304" y="4618809"/>
            <a:ext cx="1781978" cy="15001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/>
            <a:r>
              <a:rPr lang="en-US" sz="525" u="sng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525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by Unknown Author is licensed under </a:t>
            </a:r>
            <a:r>
              <a:rPr lang="en-US" sz="525" u="sng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sz="525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468</TotalTime>
  <Words>1351</Words>
  <Application>Microsoft Office PowerPoint</Application>
  <PresentationFormat>On-screen Show (4:3)</PresentationFormat>
  <Paragraphs>214</Paragraphs>
  <Slides>32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Calibri Light</vt:lpstr>
      <vt:lpstr>Corbel</vt:lpstr>
      <vt:lpstr>Noto Sans Symbols</vt:lpstr>
      <vt:lpstr>Celestial</vt:lpstr>
      <vt:lpstr>Integrating Video Effectively in Teaching and Learning</vt:lpstr>
      <vt:lpstr>Specific Objectives</vt:lpstr>
      <vt:lpstr>WHAT ARE VIDEOS IN EDUCATION</vt:lpstr>
      <vt:lpstr>Question</vt:lpstr>
      <vt:lpstr>Why Use Video in Education?</vt:lpstr>
      <vt:lpstr>Question</vt:lpstr>
      <vt:lpstr>Theories Supported by VIDEOS IN EDUCATION</vt:lpstr>
      <vt:lpstr>Question</vt:lpstr>
      <vt:lpstr>Mayer’s Multimedia Learning Principles</vt:lpstr>
      <vt:lpstr>Aligning Video with Bloom’s Taxonomy</vt:lpstr>
      <vt:lpstr>UDL- The Universal Design  for Learning Framework and Videos </vt:lpstr>
      <vt:lpstr>Types of Educational Videos</vt:lpstr>
      <vt:lpstr>Example Video Platforms</vt:lpstr>
      <vt:lpstr>Capcut example video</vt:lpstr>
      <vt:lpstr>Passive vs Active Viewing</vt:lpstr>
      <vt:lpstr>Active Viewing Video Design</vt:lpstr>
      <vt:lpstr>Designing a Video Activity</vt:lpstr>
      <vt:lpstr>Accessibility Considerations</vt:lpstr>
      <vt:lpstr>Which video is best for Skill Demonstration? </vt:lpstr>
      <vt:lpstr>Which video is best for the following objective? Student should be able to Construct a 90 degree angle using a ruler and a pair of compasses</vt:lpstr>
      <vt:lpstr>BENEFITS OF USING VIDEOS IN EDUCATION</vt:lpstr>
      <vt:lpstr>Which video is best for student engagement?</vt:lpstr>
      <vt:lpstr>Which video best Provides real-world context? </vt:lpstr>
      <vt:lpstr>HOW TO USE VIDEOS AS A TEACHING TOOL</vt:lpstr>
      <vt:lpstr>BEST PRACTICES FOR USING VIDEOS</vt:lpstr>
      <vt:lpstr>COMMON MISTAKES TO AVOID</vt:lpstr>
      <vt:lpstr>Points to remember!</vt:lpstr>
      <vt:lpstr>Also Remember!</vt:lpstr>
      <vt:lpstr>Activity</vt:lpstr>
      <vt:lpstr>CONCLUSION 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Beena Seepersad-Vishnu</dc:creator>
  <cp:keywords/>
  <dc:description>generated using python-pptx</dc:description>
  <cp:lastModifiedBy>Beena Seepersad-Vishnu</cp:lastModifiedBy>
  <cp:revision>7</cp:revision>
  <dcterms:created xsi:type="dcterms:W3CDTF">2013-01-27T09:14:16Z</dcterms:created>
  <dcterms:modified xsi:type="dcterms:W3CDTF">2026-10-24T15:31:15Z</dcterms:modified>
  <cp:category/>
</cp:coreProperties>
</file>